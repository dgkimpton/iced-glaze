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Lst>
  <p:sldSz cx="9601200" cy="128016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a:srgbClr val="F9E7F7"/>
    <a:srgbClr val="FFB7B7"/>
    <a:srgbClr val="A02B93"/>
    <a:srgbClr val="F2CFEE"/>
    <a:srgbClr val="0424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3085" autoAdjust="0"/>
    <p:restoredTop sz="94660"/>
  </p:normalViewPr>
  <p:slideViewPr>
    <p:cSldViewPr snapToGrid="0">
      <p:cViewPr varScale="1">
        <p:scale>
          <a:sx n="82" d="100"/>
          <a:sy n="82" d="100"/>
        </p:scale>
        <p:origin x="504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0090" y="2095078"/>
            <a:ext cx="8161020" cy="4456853"/>
          </a:xfrm>
        </p:spPr>
        <p:txBody>
          <a:bodyPr anchor="b"/>
          <a:lstStyle>
            <a:lvl1pPr algn="ctr">
              <a:defRPr sz="6300"/>
            </a:lvl1pPr>
          </a:lstStyle>
          <a:p>
            <a:r>
              <a:rPr lang="en-US"/>
              <a:t>Click to edit Master title style</a:t>
            </a:r>
            <a:endParaRPr lang="en-US" dirty="0"/>
          </a:p>
        </p:txBody>
      </p:sp>
      <p:sp>
        <p:nvSpPr>
          <p:cNvPr id="3" name="Subtitle 2"/>
          <p:cNvSpPr>
            <a:spLocks noGrp="1"/>
          </p:cNvSpPr>
          <p:nvPr>
            <p:ph type="subTitle" idx="1"/>
          </p:nvPr>
        </p:nvSpPr>
        <p:spPr>
          <a:xfrm>
            <a:off x="1200150" y="6723804"/>
            <a:ext cx="7200900" cy="3090756"/>
          </a:xfrm>
        </p:spPr>
        <p:txBody>
          <a:bodyPr/>
          <a:lstStyle>
            <a:lvl1pPr marL="0" indent="0" algn="ctr">
              <a:buNone/>
              <a:defRPr sz="2520"/>
            </a:lvl1pPr>
            <a:lvl2pPr marL="480060" indent="0" algn="ctr">
              <a:buNone/>
              <a:defRPr sz="2100"/>
            </a:lvl2pPr>
            <a:lvl3pPr marL="960120" indent="0" algn="ctr">
              <a:buNone/>
              <a:defRPr sz="1890"/>
            </a:lvl3pPr>
            <a:lvl4pPr marL="1440180" indent="0" algn="ctr">
              <a:buNone/>
              <a:defRPr sz="1680"/>
            </a:lvl4pPr>
            <a:lvl5pPr marL="1920240" indent="0" algn="ctr">
              <a:buNone/>
              <a:defRPr sz="1680"/>
            </a:lvl5pPr>
            <a:lvl6pPr marL="2400300" indent="0" algn="ctr">
              <a:buNone/>
              <a:defRPr sz="1680"/>
            </a:lvl6pPr>
            <a:lvl7pPr marL="2880360" indent="0" algn="ctr">
              <a:buNone/>
              <a:defRPr sz="1680"/>
            </a:lvl7pPr>
            <a:lvl8pPr marL="3360420" indent="0" algn="ctr">
              <a:buNone/>
              <a:defRPr sz="1680"/>
            </a:lvl8pPr>
            <a:lvl9pPr marL="3840480" indent="0" algn="ctr">
              <a:buNone/>
              <a:defRPr sz="1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FE812B-DC0F-4743-BA00-E3B430C312CD}" type="datetimeFigureOut">
              <a:rPr lang="en-NL" smtClean="0"/>
              <a:t>2026-04-04</a:t>
            </a:fld>
            <a:endParaRPr lang="en-NL"/>
          </a:p>
        </p:txBody>
      </p:sp>
      <p:sp>
        <p:nvSpPr>
          <p:cNvPr id="5" name="Footer Placeholder 4"/>
          <p:cNvSpPr>
            <a:spLocks noGrp="1"/>
          </p:cNvSpPr>
          <p:nvPr>
            <p:ph type="ftr" sz="quarter" idx="11"/>
          </p:nvPr>
        </p:nvSpPr>
        <p:spPr/>
        <p:txBody>
          <a:bodyPr/>
          <a:lstStyle/>
          <a:p>
            <a:endParaRPr lang="en-NL"/>
          </a:p>
        </p:txBody>
      </p:sp>
      <p:sp>
        <p:nvSpPr>
          <p:cNvPr id="6" name="Slide Number Placeholder 5"/>
          <p:cNvSpPr>
            <a:spLocks noGrp="1"/>
          </p:cNvSpPr>
          <p:nvPr>
            <p:ph type="sldNum" sz="quarter" idx="12"/>
          </p:nvPr>
        </p:nvSpPr>
        <p:spPr/>
        <p:txBody>
          <a:bodyPr/>
          <a:lstStyle/>
          <a:p>
            <a:fld id="{84E69EF7-D5DF-4DE0-BB4E-A241548CCB0C}" type="slidenum">
              <a:rPr lang="en-NL" smtClean="0"/>
              <a:t>‹#›</a:t>
            </a:fld>
            <a:endParaRPr lang="en-NL"/>
          </a:p>
        </p:txBody>
      </p:sp>
    </p:spTree>
    <p:extLst>
      <p:ext uri="{BB962C8B-B14F-4D97-AF65-F5344CB8AC3E}">
        <p14:creationId xmlns:p14="http://schemas.microsoft.com/office/powerpoint/2010/main" val="1148969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FE812B-DC0F-4743-BA00-E3B430C312CD}" type="datetimeFigureOut">
              <a:rPr lang="en-NL" smtClean="0"/>
              <a:t>2026-04-04</a:t>
            </a:fld>
            <a:endParaRPr lang="en-NL"/>
          </a:p>
        </p:txBody>
      </p:sp>
      <p:sp>
        <p:nvSpPr>
          <p:cNvPr id="5" name="Footer Placeholder 4"/>
          <p:cNvSpPr>
            <a:spLocks noGrp="1"/>
          </p:cNvSpPr>
          <p:nvPr>
            <p:ph type="ftr" sz="quarter" idx="11"/>
          </p:nvPr>
        </p:nvSpPr>
        <p:spPr/>
        <p:txBody>
          <a:bodyPr/>
          <a:lstStyle/>
          <a:p>
            <a:endParaRPr lang="en-NL"/>
          </a:p>
        </p:txBody>
      </p:sp>
      <p:sp>
        <p:nvSpPr>
          <p:cNvPr id="6" name="Slide Number Placeholder 5"/>
          <p:cNvSpPr>
            <a:spLocks noGrp="1"/>
          </p:cNvSpPr>
          <p:nvPr>
            <p:ph type="sldNum" sz="quarter" idx="12"/>
          </p:nvPr>
        </p:nvSpPr>
        <p:spPr/>
        <p:txBody>
          <a:bodyPr/>
          <a:lstStyle/>
          <a:p>
            <a:fld id="{84E69EF7-D5DF-4DE0-BB4E-A241548CCB0C}" type="slidenum">
              <a:rPr lang="en-NL" smtClean="0"/>
              <a:t>‹#›</a:t>
            </a:fld>
            <a:endParaRPr lang="en-NL"/>
          </a:p>
        </p:txBody>
      </p:sp>
    </p:spTree>
    <p:extLst>
      <p:ext uri="{BB962C8B-B14F-4D97-AF65-F5344CB8AC3E}">
        <p14:creationId xmlns:p14="http://schemas.microsoft.com/office/powerpoint/2010/main" val="4181238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55082" y="3191514"/>
            <a:ext cx="8281035" cy="5325109"/>
          </a:xfrm>
        </p:spPr>
        <p:txBody>
          <a:bodyPr anchor="b"/>
          <a:lstStyle>
            <a:lvl1pPr>
              <a:defRPr sz="6300"/>
            </a:lvl1pPr>
          </a:lstStyle>
          <a:p>
            <a:r>
              <a:rPr lang="en-US"/>
              <a:t>Click to edit Master title style</a:t>
            </a:r>
            <a:endParaRPr lang="en-US" dirty="0"/>
          </a:p>
        </p:txBody>
      </p:sp>
      <p:sp>
        <p:nvSpPr>
          <p:cNvPr id="3" name="Text Placeholder 2"/>
          <p:cNvSpPr>
            <a:spLocks noGrp="1"/>
          </p:cNvSpPr>
          <p:nvPr>
            <p:ph type="body" idx="1"/>
          </p:nvPr>
        </p:nvSpPr>
        <p:spPr>
          <a:xfrm>
            <a:off x="655082" y="8567000"/>
            <a:ext cx="8281035" cy="2800349"/>
          </a:xfrm>
        </p:spPr>
        <p:txBody>
          <a:bodyPr/>
          <a:lstStyle>
            <a:lvl1pPr marL="0" indent="0">
              <a:buNone/>
              <a:defRPr sz="2520">
                <a:solidFill>
                  <a:schemeClr val="tx1">
                    <a:tint val="82000"/>
                  </a:schemeClr>
                </a:solidFill>
              </a:defRPr>
            </a:lvl1pPr>
            <a:lvl2pPr marL="480060" indent="0">
              <a:buNone/>
              <a:defRPr sz="2100">
                <a:solidFill>
                  <a:schemeClr val="tx1">
                    <a:tint val="82000"/>
                  </a:schemeClr>
                </a:solidFill>
              </a:defRPr>
            </a:lvl2pPr>
            <a:lvl3pPr marL="960120" indent="0">
              <a:buNone/>
              <a:defRPr sz="1890">
                <a:solidFill>
                  <a:schemeClr val="tx1">
                    <a:tint val="82000"/>
                  </a:schemeClr>
                </a:solidFill>
              </a:defRPr>
            </a:lvl3pPr>
            <a:lvl4pPr marL="1440180" indent="0">
              <a:buNone/>
              <a:defRPr sz="1680">
                <a:solidFill>
                  <a:schemeClr val="tx1">
                    <a:tint val="82000"/>
                  </a:schemeClr>
                </a:solidFill>
              </a:defRPr>
            </a:lvl4pPr>
            <a:lvl5pPr marL="1920240" indent="0">
              <a:buNone/>
              <a:defRPr sz="1680">
                <a:solidFill>
                  <a:schemeClr val="tx1">
                    <a:tint val="82000"/>
                  </a:schemeClr>
                </a:solidFill>
              </a:defRPr>
            </a:lvl5pPr>
            <a:lvl6pPr marL="2400300" indent="0">
              <a:buNone/>
              <a:defRPr sz="1680">
                <a:solidFill>
                  <a:schemeClr val="tx1">
                    <a:tint val="82000"/>
                  </a:schemeClr>
                </a:solidFill>
              </a:defRPr>
            </a:lvl6pPr>
            <a:lvl7pPr marL="2880360" indent="0">
              <a:buNone/>
              <a:defRPr sz="1680">
                <a:solidFill>
                  <a:schemeClr val="tx1">
                    <a:tint val="82000"/>
                  </a:schemeClr>
                </a:solidFill>
              </a:defRPr>
            </a:lvl7pPr>
            <a:lvl8pPr marL="3360420" indent="0">
              <a:buNone/>
              <a:defRPr sz="1680">
                <a:solidFill>
                  <a:schemeClr val="tx1">
                    <a:tint val="82000"/>
                  </a:schemeClr>
                </a:solidFill>
              </a:defRPr>
            </a:lvl8pPr>
            <a:lvl9pPr marL="3840480" indent="0">
              <a:buNone/>
              <a:defRPr sz="1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FE812B-DC0F-4743-BA00-E3B430C312CD}" type="datetimeFigureOut">
              <a:rPr lang="en-NL" smtClean="0"/>
              <a:t>2026-04-04</a:t>
            </a:fld>
            <a:endParaRPr lang="en-NL"/>
          </a:p>
        </p:txBody>
      </p:sp>
      <p:sp>
        <p:nvSpPr>
          <p:cNvPr id="5" name="Footer Placeholder 4"/>
          <p:cNvSpPr>
            <a:spLocks noGrp="1"/>
          </p:cNvSpPr>
          <p:nvPr>
            <p:ph type="ftr" sz="quarter" idx="11"/>
          </p:nvPr>
        </p:nvSpPr>
        <p:spPr/>
        <p:txBody>
          <a:bodyPr/>
          <a:lstStyle/>
          <a:p>
            <a:endParaRPr lang="en-NL"/>
          </a:p>
        </p:txBody>
      </p:sp>
      <p:sp>
        <p:nvSpPr>
          <p:cNvPr id="6" name="Slide Number Placeholder 5"/>
          <p:cNvSpPr>
            <a:spLocks noGrp="1"/>
          </p:cNvSpPr>
          <p:nvPr>
            <p:ph type="sldNum" sz="quarter" idx="12"/>
          </p:nvPr>
        </p:nvSpPr>
        <p:spPr/>
        <p:txBody>
          <a:bodyPr/>
          <a:lstStyle/>
          <a:p>
            <a:fld id="{84E69EF7-D5DF-4DE0-BB4E-A241548CCB0C}" type="slidenum">
              <a:rPr lang="en-NL" smtClean="0"/>
              <a:t>‹#›</a:t>
            </a:fld>
            <a:endParaRPr lang="en-NL"/>
          </a:p>
        </p:txBody>
      </p:sp>
    </p:spTree>
    <p:extLst>
      <p:ext uri="{BB962C8B-B14F-4D97-AF65-F5344CB8AC3E}">
        <p14:creationId xmlns:p14="http://schemas.microsoft.com/office/powerpoint/2010/main" val="2687624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60083"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60608"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FE812B-DC0F-4743-BA00-E3B430C312CD}" type="datetimeFigureOut">
              <a:rPr lang="en-NL" smtClean="0"/>
              <a:t>2026-04-04</a:t>
            </a:fld>
            <a:endParaRPr lang="en-NL"/>
          </a:p>
        </p:txBody>
      </p:sp>
      <p:sp>
        <p:nvSpPr>
          <p:cNvPr id="6" name="Footer Placeholder 5"/>
          <p:cNvSpPr>
            <a:spLocks noGrp="1"/>
          </p:cNvSpPr>
          <p:nvPr>
            <p:ph type="ftr" sz="quarter" idx="11"/>
          </p:nvPr>
        </p:nvSpPr>
        <p:spPr/>
        <p:txBody>
          <a:bodyPr/>
          <a:lstStyle/>
          <a:p>
            <a:endParaRPr lang="en-NL"/>
          </a:p>
        </p:txBody>
      </p:sp>
      <p:sp>
        <p:nvSpPr>
          <p:cNvPr id="7" name="Slide Number Placeholder 6"/>
          <p:cNvSpPr>
            <a:spLocks noGrp="1"/>
          </p:cNvSpPr>
          <p:nvPr>
            <p:ph type="sldNum" sz="quarter" idx="12"/>
          </p:nvPr>
        </p:nvSpPr>
        <p:spPr/>
        <p:txBody>
          <a:bodyPr/>
          <a:lstStyle/>
          <a:p>
            <a:fld id="{84E69EF7-D5DF-4DE0-BB4E-A241548CCB0C}" type="slidenum">
              <a:rPr lang="en-NL" smtClean="0"/>
              <a:t>‹#›</a:t>
            </a:fld>
            <a:endParaRPr lang="en-NL"/>
          </a:p>
        </p:txBody>
      </p:sp>
    </p:spTree>
    <p:extLst>
      <p:ext uri="{BB962C8B-B14F-4D97-AF65-F5344CB8AC3E}">
        <p14:creationId xmlns:p14="http://schemas.microsoft.com/office/powerpoint/2010/main" val="2583432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61333" y="681570"/>
            <a:ext cx="8281035" cy="2474384"/>
          </a:xfrm>
        </p:spPr>
        <p:txBody>
          <a:bodyPr/>
          <a:lstStyle/>
          <a:p>
            <a:r>
              <a:rPr lang="en-US"/>
              <a:t>Click to edit Master title style</a:t>
            </a:r>
            <a:endParaRPr lang="en-US" dirty="0"/>
          </a:p>
        </p:txBody>
      </p:sp>
      <p:sp>
        <p:nvSpPr>
          <p:cNvPr id="3" name="Text Placeholder 2"/>
          <p:cNvSpPr>
            <a:spLocks noGrp="1"/>
          </p:cNvSpPr>
          <p:nvPr>
            <p:ph type="body" idx="1"/>
          </p:nvPr>
        </p:nvSpPr>
        <p:spPr>
          <a:xfrm>
            <a:off x="661334" y="3138171"/>
            <a:ext cx="4061757"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US"/>
              <a:t>Click to edit Master text styles</a:t>
            </a:r>
          </a:p>
        </p:txBody>
      </p:sp>
      <p:sp>
        <p:nvSpPr>
          <p:cNvPr id="4" name="Content Placeholder 3"/>
          <p:cNvSpPr>
            <a:spLocks noGrp="1"/>
          </p:cNvSpPr>
          <p:nvPr>
            <p:ph sz="half" idx="2"/>
          </p:nvPr>
        </p:nvSpPr>
        <p:spPr>
          <a:xfrm>
            <a:off x="661334" y="4676140"/>
            <a:ext cx="4061757"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0608" y="3138171"/>
            <a:ext cx="4081761"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US"/>
              <a:t>Click to edit Master text styles</a:t>
            </a:r>
          </a:p>
        </p:txBody>
      </p:sp>
      <p:sp>
        <p:nvSpPr>
          <p:cNvPr id="6" name="Content Placeholder 5"/>
          <p:cNvSpPr>
            <a:spLocks noGrp="1"/>
          </p:cNvSpPr>
          <p:nvPr>
            <p:ph sz="quarter" idx="4"/>
          </p:nvPr>
        </p:nvSpPr>
        <p:spPr>
          <a:xfrm>
            <a:off x="4860608" y="4676140"/>
            <a:ext cx="4081761"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FE812B-DC0F-4743-BA00-E3B430C312CD}" type="datetimeFigureOut">
              <a:rPr lang="en-NL" smtClean="0"/>
              <a:t>2026-04-04</a:t>
            </a:fld>
            <a:endParaRPr lang="en-NL"/>
          </a:p>
        </p:txBody>
      </p:sp>
      <p:sp>
        <p:nvSpPr>
          <p:cNvPr id="8" name="Footer Placeholder 7"/>
          <p:cNvSpPr>
            <a:spLocks noGrp="1"/>
          </p:cNvSpPr>
          <p:nvPr>
            <p:ph type="ftr" sz="quarter" idx="11"/>
          </p:nvPr>
        </p:nvSpPr>
        <p:spPr/>
        <p:txBody>
          <a:bodyPr/>
          <a:lstStyle/>
          <a:p>
            <a:endParaRPr lang="en-NL"/>
          </a:p>
        </p:txBody>
      </p:sp>
      <p:sp>
        <p:nvSpPr>
          <p:cNvPr id="9" name="Slide Number Placeholder 8"/>
          <p:cNvSpPr>
            <a:spLocks noGrp="1"/>
          </p:cNvSpPr>
          <p:nvPr>
            <p:ph type="sldNum" sz="quarter" idx="12"/>
          </p:nvPr>
        </p:nvSpPr>
        <p:spPr/>
        <p:txBody>
          <a:bodyPr/>
          <a:lstStyle/>
          <a:p>
            <a:fld id="{84E69EF7-D5DF-4DE0-BB4E-A241548CCB0C}" type="slidenum">
              <a:rPr lang="en-NL" smtClean="0"/>
              <a:t>‹#›</a:t>
            </a:fld>
            <a:endParaRPr lang="en-NL"/>
          </a:p>
        </p:txBody>
      </p:sp>
    </p:spTree>
    <p:extLst>
      <p:ext uri="{BB962C8B-B14F-4D97-AF65-F5344CB8AC3E}">
        <p14:creationId xmlns:p14="http://schemas.microsoft.com/office/powerpoint/2010/main" val="2314620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FE812B-DC0F-4743-BA00-E3B430C312CD}" type="datetimeFigureOut">
              <a:rPr lang="en-NL" smtClean="0"/>
              <a:t>2026-04-04</a:t>
            </a:fld>
            <a:endParaRPr lang="en-NL"/>
          </a:p>
        </p:txBody>
      </p:sp>
      <p:sp>
        <p:nvSpPr>
          <p:cNvPr id="4" name="Footer Placeholder 3"/>
          <p:cNvSpPr>
            <a:spLocks noGrp="1"/>
          </p:cNvSpPr>
          <p:nvPr>
            <p:ph type="ftr" sz="quarter" idx="11"/>
          </p:nvPr>
        </p:nvSpPr>
        <p:spPr/>
        <p:txBody>
          <a:bodyPr/>
          <a:lstStyle/>
          <a:p>
            <a:endParaRPr lang="en-NL"/>
          </a:p>
        </p:txBody>
      </p:sp>
      <p:sp>
        <p:nvSpPr>
          <p:cNvPr id="5" name="Slide Number Placeholder 4"/>
          <p:cNvSpPr>
            <a:spLocks noGrp="1"/>
          </p:cNvSpPr>
          <p:nvPr>
            <p:ph type="sldNum" sz="quarter" idx="12"/>
          </p:nvPr>
        </p:nvSpPr>
        <p:spPr/>
        <p:txBody>
          <a:bodyPr/>
          <a:lstStyle/>
          <a:p>
            <a:fld id="{84E69EF7-D5DF-4DE0-BB4E-A241548CCB0C}" type="slidenum">
              <a:rPr lang="en-NL" smtClean="0"/>
              <a:t>‹#›</a:t>
            </a:fld>
            <a:endParaRPr lang="en-NL"/>
          </a:p>
        </p:txBody>
      </p:sp>
    </p:spTree>
    <p:extLst>
      <p:ext uri="{BB962C8B-B14F-4D97-AF65-F5344CB8AC3E}">
        <p14:creationId xmlns:p14="http://schemas.microsoft.com/office/powerpoint/2010/main" val="2780087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FE812B-DC0F-4743-BA00-E3B430C312CD}" type="datetimeFigureOut">
              <a:rPr lang="en-NL" smtClean="0"/>
              <a:t>2026-04-04</a:t>
            </a:fld>
            <a:endParaRPr lang="en-NL"/>
          </a:p>
        </p:txBody>
      </p:sp>
      <p:sp>
        <p:nvSpPr>
          <p:cNvPr id="3" name="Footer Placeholder 2"/>
          <p:cNvSpPr>
            <a:spLocks noGrp="1"/>
          </p:cNvSpPr>
          <p:nvPr>
            <p:ph type="ftr" sz="quarter" idx="11"/>
          </p:nvPr>
        </p:nvSpPr>
        <p:spPr/>
        <p:txBody>
          <a:bodyPr/>
          <a:lstStyle/>
          <a:p>
            <a:endParaRPr lang="en-NL"/>
          </a:p>
        </p:txBody>
      </p:sp>
      <p:sp>
        <p:nvSpPr>
          <p:cNvPr id="4" name="Slide Number Placeholder 3"/>
          <p:cNvSpPr>
            <a:spLocks noGrp="1"/>
          </p:cNvSpPr>
          <p:nvPr>
            <p:ph type="sldNum" sz="quarter" idx="12"/>
          </p:nvPr>
        </p:nvSpPr>
        <p:spPr/>
        <p:txBody>
          <a:bodyPr/>
          <a:lstStyle/>
          <a:p>
            <a:fld id="{84E69EF7-D5DF-4DE0-BB4E-A241548CCB0C}" type="slidenum">
              <a:rPr lang="en-NL" smtClean="0"/>
              <a:t>‹#›</a:t>
            </a:fld>
            <a:endParaRPr lang="en-NL"/>
          </a:p>
        </p:txBody>
      </p:sp>
    </p:spTree>
    <p:extLst>
      <p:ext uri="{BB962C8B-B14F-4D97-AF65-F5344CB8AC3E}">
        <p14:creationId xmlns:p14="http://schemas.microsoft.com/office/powerpoint/2010/main" val="2177984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en-US"/>
              <a:t>Click to edit Master title style</a:t>
            </a:r>
            <a:endParaRPr lang="en-US" dirty="0"/>
          </a:p>
        </p:txBody>
      </p:sp>
      <p:sp>
        <p:nvSpPr>
          <p:cNvPr id="3" name="Content Placeholder 2"/>
          <p:cNvSpPr>
            <a:spLocks noGrp="1"/>
          </p:cNvSpPr>
          <p:nvPr>
            <p:ph idx="1"/>
          </p:nvPr>
        </p:nvSpPr>
        <p:spPr>
          <a:xfrm>
            <a:off x="4081760" y="1843196"/>
            <a:ext cx="4860608" cy="9097433"/>
          </a:xfrm>
        </p:spPr>
        <p:txBody>
          <a:bodyPr/>
          <a:lstStyle>
            <a:lvl1pPr>
              <a:defRPr sz="3360"/>
            </a:lvl1pPr>
            <a:lvl2pPr>
              <a:defRPr sz="2940"/>
            </a:lvl2pPr>
            <a:lvl3pPr>
              <a:defRPr sz="252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B9FE812B-DC0F-4743-BA00-E3B430C312CD}" type="datetimeFigureOut">
              <a:rPr lang="en-NL" smtClean="0"/>
              <a:t>2026-04-04</a:t>
            </a:fld>
            <a:endParaRPr lang="en-NL"/>
          </a:p>
        </p:txBody>
      </p:sp>
      <p:sp>
        <p:nvSpPr>
          <p:cNvPr id="6" name="Footer Placeholder 5"/>
          <p:cNvSpPr>
            <a:spLocks noGrp="1"/>
          </p:cNvSpPr>
          <p:nvPr>
            <p:ph type="ftr" sz="quarter" idx="11"/>
          </p:nvPr>
        </p:nvSpPr>
        <p:spPr/>
        <p:txBody>
          <a:bodyPr/>
          <a:lstStyle/>
          <a:p>
            <a:endParaRPr lang="en-NL"/>
          </a:p>
        </p:txBody>
      </p:sp>
      <p:sp>
        <p:nvSpPr>
          <p:cNvPr id="7" name="Slide Number Placeholder 6"/>
          <p:cNvSpPr>
            <a:spLocks noGrp="1"/>
          </p:cNvSpPr>
          <p:nvPr>
            <p:ph type="sldNum" sz="quarter" idx="12"/>
          </p:nvPr>
        </p:nvSpPr>
        <p:spPr/>
        <p:txBody>
          <a:bodyPr/>
          <a:lstStyle/>
          <a:p>
            <a:fld id="{84E69EF7-D5DF-4DE0-BB4E-A241548CCB0C}" type="slidenum">
              <a:rPr lang="en-NL" smtClean="0"/>
              <a:t>‹#›</a:t>
            </a:fld>
            <a:endParaRPr lang="en-NL"/>
          </a:p>
        </p:txBody>
      </p:sp>
    </p:spTree>
    <p:extLst>
      <p:ext uri="{BB962C8B-B14F-4D97-AF65-F5344CB8AC3E}">
        <p14:creationId xmlns:p14="http://schemas.microsoft.com/office/powerpoint/2010/main" val="4122563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4081760" y="1843196"/>
            <a:ext cx="4860608" cy="9097433"/>
          </a:xfrm>
        </p:spPr>
        <p:txBody>
          <a:bodyPr anchor="t"/>
          <a:lstStyle>
            <a:lvl1pPr marL="0" indent="0">
              <a:buNone/>
              <a:defRPr sz="3360"/>
            </a:lvl1pPr>
            <a:lvl2pPr marL="480060" indent="0">
              <a:buNone/>
              <a:defRPr sz="2940"/>
            </a:lvl2pPr>
            <a:lvl3pPr marL="960120" indent="0">
              <a:buNone/>
              <a:defRPr sz="2520"/>
            </a:lvl3pPr>
            <a:lvl4pPr marL="1440180" indent="0">
              <a:buNone/>
              <a:defRPr sz="2100"/>
            </a:lvl4pPr>
            <a:lvl5pPr marL="1920240" indent="0">
              <a:buNone/>
              <a:defRPr sz="2100"/>
            </a:lvl5pPr>
            <a:lvl6pPr marL="2400300" indent="0">
              <a:buNone/>
              <a:defRPr sz="2100"/>
            </a:lvl6pPr>
            <a:lvl7pPr marL="2880360" indent="0">
              <a:buNone/>
              <a:defRPr sz="2100"/>
            </a:lvl7pPr>
            <a:lvl8pPr marL="3360420" indent="0">
              <a:buNone/>
              <a:defRPr sz="2100"/>
            </a:lvl8pPr>
            <a:lvl9pPr marL="3840480" indent="0">
              <a:buNone/>
              <a:defRPr sz="2100"/>
            </a:lvl9pPr>
          </a:lstStyle>
          <a:p>
            <a:r>
              <a:rPr lang="en-US"/>
              <a:t>Click icon to add picture</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B9FE812B-DC0F-4743-BA00-E3B430C312CD}" type="datetimeFigureOut">
              <a:rPr lang="en-NL" smtClean="0"/>
              <a:t>2026-04-04</a:t>
            </a:fld>
            <a:endParaRPr lang="en-NL"/>
          </a:p>
        </p:txBody>
      </p:sp>
      <p:sp>
        <p:nvSpPr>
          <p:cNvPr id="6" name="Footer Placeholder 5"/>
          <p:cNvSpPr>
            <a:spLocks noGrp="1"/>
          </p:cNvSpPr>
          <p:nvPr>
            <p:ph type="ftr" sz="quarter" idx="11"/>
          </p:nvPr>
        </p:nvSpPr>
        <p:spPr/>
        <p:txBody>
          <a:bodyPr/>
          <a:lstStyle/>
          <a:p>
            <a:endParaRPr lang="en-NL"/>
          </a:p>
        </p:txBody>
      </p:sp>
      <p:sp>
        <p:nvSpPr>
          <p:cNvPr id="7" name="Slide Number Placeholder 6"/>
          <p:cNvSpPr>
            <a:spLocks noGrp="1"/>
          </p:cNvSpPr>
          <p:nvPr>
            <p:ph type="sldNum" sz="quarter" idx="12"/>
          </p:nvPr>
        </p:nvSpPr>
        <p:spPr/>
        <p:txBody>
          <a:bodyPr/>
          <a:lstStyle/>
          <a:p>
            <a:fld id="{84E69EF7-D5DF-4DE0-BB4E-A241548CCB0C}" type="slidenum">
              <a:rPr lang="en-NL" smtClean="0"/>
              <a:t>‹#›</a:t>
            </a:fld>
            <a:endParaRPr lang="en-NL"/>
          </a:p>
        </p:txBody>
      </p:sp>
    </p:spTree>
    <p:extLst>
      <p:ext uri="{BB962C8B-B14F-4D97-AF65-F5344CB8AC3E}">
        <p14:creationId xmlns:p14="http://schemas.microsoft.com/office/powerpoint/2010/main" val="450510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FE812B-DC0F-4743-BA00-E3B430C312CD}" type="datetimeFigureOut">
              <a:rPr lang="en-NL" smtClean="0"/>
              <a:t>2026-04-04</a:t>
            </a:fld>
            <a:endParaRPr lang="en-NL"/>
          </a:p>
        </p:txBody>
      </p:sp>
      <p:sp>
        <p:nvSpPr>
          <p:cNvPr id="5" name="Footer Placeholder 4"/>
          <p:cNvSpPr>
            <a:spLocks noGrp="1"/>
          </p:cNvSpPr>
          <p:nvPr>
            <p:ph type="ftr" sz="quarter" idx="11"/>
          </p:nvPr>
        </p:nvSpPr>
        <p:spPr/>
        <p:txBody>
          <a:bodyPr/>
          <a:lstStyle/>
          <a:p>
            <a:endParaRPr lang="en-NL"/>
          </a:p>
        </p:txBody>
      </p:sp>
      <p:sp>
        <p:nvSpPr>
          <p:cNvPr id="6" name="Slide Number Placeholder 5"/>
          <p:cNvSpPr>
            <a:spLocks noGrp="1"/>
          </p:cNvSpPr>
          <p:nvPr>
            <p:ph type="sldNum" sz="quarter" idx="12"/>
          </p:nvPr>
        </p:nvSpPr>
        <p:spPr/>
        <p:txBody>
          <a:bodyPr/>
          <a:lstStyle/>
          <a:p>
            <a:fld id="{84E69EF7-D5DF-4DE0-BB4E-A241548CCB0C}" type="slidenum">
              <a:rPr lang="en-NL" smtClean="0"/>
              <a:t>‹#›</a:t>
            </a:fld>
            <a:endParaRPr lang="en-NL"/>
          </a:p>
        </p:txBody>
      </p:sp>
    </p:spTree>
    <p:extLst>
      <p:ext uri="{BB962C8B-B14F-4D97-AF65-F5344CB8AC3E}">
        <p14:creationId xmlns:p14="http://schemas.microsoft.com/office/powerpoint/2010/main" val="306761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0859" y="681567"/>
            <a:ext cx="2070259" cy="1084876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60083" y="681567"/>
            <a:ext cx="6090761" cy="108487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FE812B-DC0F-4743-BA00-E3B430C312CD}" type="datetimeFigureOut">
              <a:rPr lang="en-NL" smtClean="0"/>
              <a:t>2026-04-04</a:t>
            </a:fld>
            <a:endParaRPr lang="en-NL"/>
          </a:p>
        </p:txBody>
      </p:sp>
      <p:sp>
        <p:nvSpPr>
          <p:cNvPr id="5" name="Footer Placeholder 4"/>
          <p:cNvSpPr>
            <a:spLocks noGrp="1"/>
          </p:cNvSpPr>
          <p:nvPr>
            <p:ph type="ftr" sz="quarter" idx="11"/>
          </p:nvPr>
        </p:nvSpPr>
        <p:spPr/>
        <p:txBody>
          <a:bodyPr/>
          <a:lstStyle/>
          <a:p>
            <a:endParaRPr lang="en-NL"/>
          </a:p>
        </p:txBody>
      </p:sp>
      <p:sp>
        <p:nvSpPr>
          <p:cNvPr id="6" name="Slide Number Placeholder 5"/>
          <p:cNvSpPr>
            <a:spLocks noGrp="1"/>
          </p:cNvSpPr>
          <p:nvPr>
            <p:ph type="sldNum" sz="quarter" idx="12"/>
          </p:nvPr>
        </p:nvSpPr>
        <p:spPr/>
        <p:txBody>
          <a:bodyPr/>
          <a:lstStyle/>
          <a:p>
            <a:fld id="{84E69EF7-D5DF-4DE0-BB4E-A241548CCB0C}" type="slidenum">
              <a:rPr lang="en-NL" smtClean="0"/>
              <a:t>‹#›</a:t>
            </a:fld>
            <a:endParaRPr lang="en-NL"/>
          </a:p>
        </p:txBody>
      </p:sp>
    </p:spTree>
    <p:extLst>
      <p:ext uri="{BB962C8B-B14F-4D97-AF65-F5344CB8AC3E}">
        <p14:creationId xmlns:p14="http://schemas.microsoft.com/office/powerpoint/2010/main" val="2168209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083" y="681570"/>
            <a:ext cx="8281035" cy="247438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60083" y="3407833"/>
            <a:ext cx="8281035" cy="81224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60083" y="11865189"/>
            <a:ext cx="2160270" cy="681567"/>
          </a:xfrm>
          <a:prstGeom prst="rect">
            <a:avLst/>
          </a:prstGeom>
        </p:spPr>
        <p:txBody>
          <a:bodyPr vert="horz" lIns="91440" tIns="45720" rIns="91440" bIns="45720" rtlCol="0" anchor="ctr"/>
          <a:lstStyle>
            <a:lvl1pPr algn="l">
              <a:defRPr sz="1260">
                <a:solidFill>
                  <a:schemeClr val="tx1">
                    <a:tint val="82000"/>
                  </a:schemeClr>
                </a:solidFill>
              </a:defRPr>
            </a:lvl1pPr>
          </a:lstStyle>
          <a:p>
            <a:fld id="{B9FE812B-DC0F-4743-BA00-E3B430C312CD}" type="datetimeFigureOut">
              <a:rPr lang="en-NL" smtClean="0"/>
              <a:t>2026-04-04</a:t>
            </a:fld>
            <a:endParaRPr lang="en-NL"/>
          </a:p>
        </p:txBody>
      </p:sp>
      <p:sp>
        <p:nvSpPr>
          <p:cNvPr id="5" name="Footer Placeholder 4"/>
          <p:cNvSpPr>
            <a:spLocks noGrp="1"/>
          </p:cNvSpPr>
          <p:nvPr>
            <p:ph type="ftr" sz="quarter" idx="3"/>
          </p:nvPr>
        </p:nvSpPr>
        <p:spPr>
          <a:xfrm>
            <a:off x="3180398" y="11865189"/>
            <a:ext cx="3240405" cy="681567"/>
          </a:xfrm>
          <a:prstGeom prst="rect">
            <a:avLst/>
          </a:prstGeom>
        </p:spPr>
        <p:txBody>
          <a:bodyPr vert="horz" lIns="91440" tIns="45720" rIns="91440" bIns="45720" rtlCol="0" anchor="ctr"/>
          <a:lstStyle>
            <a:lvl1pPr algn="ctr">
              <a:defRPr sz="1260">
                <a:solidFill>
                  <a:schemeClr val="tx1">
                    <a:tint val="82000"/>
                  </a:schemeClr>
                </a:solidFill>
              </a:defRPr>
            </a:lvl1pPr>
          </a:lstStyle>
          <a:p>
            <a:endParaRPr lang="en-NL"/>
          </a:p>
        </p:txBody>
      </p:sp>
      <p:sp>
        <p:nvSpPr>
          <p:cNvPr id="6" name="Slide Number Placeholder 5"/>
          <p:cNvSpPr>
            <a:spLocks noGrp="1"/>
          </p:cNvSpPr>
          <p:nvPr>
            <p:ph type="sldNum" sz="quarter" idx="4"/>
          </p:nvPr>
        </p:nvSpPr>
        <p:spPr>
          <a:xfrm>
            <a:off x="6780848" y="11865189"/>
            <a:ext cx="2160270" cy="681567"/>
          </a:xfrm>
          <a:prstGeom prst="rect">
            <a:avLst/>
          </a:prstGeom>
        </p:spPr>
        <p:txBody>
          <a:bodyPr vert="horz" lIns="91440" tIns="45720" rIns="91440" bIns="45720" rtlCol="0" anchor="ctr"/>
          <a:lstStyle>
            <a:lvl1pPr algn="r">
              <a:defRPr sz="1260">
                <a:solidFill>
                  <a:schemeClr val="tx1">
                    <a:tint val="82000"/>
                  </a:schemeClr>
                </a:solidFill>
              </a:defRPr>
            </a:lvl1pPr>
          </a:lstStyle>
          <a:p>
            <a:fld id="{84E69EF7-D5DF-4DE0-BB4E-A241548CCB0C}" type="slidenum">
              <a:rPr lang="en-NL" smtClean="0"/>
              <a:t>‹#›</a:t>
            </a:fld>
            <a:endParaRPr lang="en-NL"/>
          </a:p>
        </p:txBody>
      </p:sp>
    </p:spTree>
    <p:extLst>
      <p:ext uri="{BB962C8B-B14F-4D97-AF65-F5344CB8AC3E}">
        <p14:creationId xmlns:p14="http://schemas.microsoft.com/office/powerpoint/2010/main" val="38812447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629132CC-2CE2-F284-9890-5E2DDF87825A}"/>
              </a:ext>
            </a:extLst>
          </p:cNvPr>
          <p:cNvSpPr/>
          <p:nvPr/>
        </p:nvSpPr>
        <p:spPr>
          <a:xfrm>
            <a:off x="788399" y="903026"/>
            <a:ext cx="7826892" cy="11152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chemeClr val="tx1"/>
              </a:solidFill>
            </a:endParaRPr>
          </a:p>
        </p:txBody>
      </p:sp>
      <p:sp>
        <p:nvSpPr>
          <p:cNvPr id="75" name="Rectangle 74">
            <a:extLst>
              <a:ext uri="{FF2B5EF4-FFF2-40B4-BE49-F238E27FC236}">
                <a16:creationId xmlns:a16="http://schemas.microsoft.com/office/drawing/2014/main" id="{E886BBB0-0618-D80A-F68E-EA6F400F946C}"/>
              </a:ext>
            </a:extLst>
          </p:cNvPr>
          <p:cNvSpPr/>
          <p:nvPr/>
        </p:nvSpPr>
        <p:spPr>
          <a:xfrm>
            <a:off x="835610" y="944301"/>
            <a:ext cx="1376089" cy="99596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endParaRPr>
          </a:p>
        </p:txBody>
      </p:sp>
      <p:sp>
        <p:nvSpPr>
          <p:cNvPr id="76" name="Rectangle 75">
            <a:extLst>
              <a:ext uri="{FF2B5EF4-FFF2-40B4-BE49-F238E27FC236}">
                <a16:creationId xmlns:a16="http://schemas.microsoft.com/office/drawing/2014/main" id="{9C6A3CDD-4964-F576-FB8E-81695D4D7829}"/>
              </a:ext>
            </a:extLst>
          </p:cNvPr>
          <p:cNvSpPr/>
          <p:nvPr/>
        </p:nvSpPr>
        <p:spPr>
          <a:xfrm>
            <a:off x="2258909" y="944301"/>
            <a:ext cx="2251142" cy="99596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endParaRPr>
          </a:p>
        </p:txBody>
      </p:sp>
      <p:sp>
        <p:nvSpPr>
          <p:cNvPr id="77" name="Rectangle: Rounded Corners 76">
            <a:extLst>
              <a:ext uri="{FF2B5EF4-FFF2-40B4-BE49-F238E27FC236}">
                <a16:creationId xmlns:a16="http://schemas.microsoft.com/office/drawing/2014/main" id="{F1E8A7F6-8A39-B3DD-7ADD-528EF5DCC56E}"/>
              </a:ext>
            </a:extLst>
          </p:cNvPr>
          <p:cNvSpPr/>
          <p:nvPr/>
        </p:nvSpPr>
        <p:spPr>
          <a:xfrm>
            <a:off x="326731" y="1735419"/>
            <a:ext cx="461667" cy="17780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accent5">
                    <a:lumMod val="40000"/>
                    <a:lumOff val="60000"/>
                  </a:schemeClr>
                </a:solidFill>
              </a:rPr>
              <a:t>left-pad</a:t>
            </a:r>
            <a:endParaRPr lang="en-NL" sz="600" dirty="0">
              <a:solidFill>
                <a:schemeClr val="accent5">
                  <a:lumMod val="40000"/>
                  <a:lumOff val="60000"/>
                </a:schemeClr>
              </a:solidFill>
            </a:endParaRPr>
          </a:p>
        </p:txBody>
      </p:sp>
      <p:sp>
        <p:nvSpPr>
          <p:cNvPr id="79" name="Rectangle 78">
            <a:extLst>
              <a:ext uri="{FF2B5EF4-FFF2-40B4-BE49-F238E27FC236}">
                <a16:creationId xmlns:a16="http://schemas.microsoft.com/office/drawing/2014/main" id="{4A36863C-FC57-AA42-5254-95E41DEC7999}"/>
              </a:ext>
            </a:extLst>
          </p:cNvPr>
          <p:cNvSpPr/>
          <p:nvPr/>
        </p:nvSpPr>
        <p:spPr>
          <a:xfrm>
            <a:off x="1245187" y="1171727"/>
            <a:ext cx="549274" cy="518024"/>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File</a:t>
            </a:r>
            <a:endParaRPr lang="en-NL" dirty="0">
              <a:solidFill>
                <a:schemeClr val="tx1"/>
              </a:solidFill>
            </a:endParaRPr>
          </a:p>
        </p:txBody>
      </p:sp>
      <p:sp>
        <p:nvSpPr>
          <p:cNvPr id="80" name="Rectangle: Rounded Corners 79">
            <a:extLst>
              <a:ext uri="{FF2B5EF4-FFF2-40B4-BE49-F238E27FC236}">
                <a16:creationId xmlns:a16="http://schemas.microsoft.com/office/drawing/2014/main" id="{A92452C0-3F77-2259-AAB6-0635166E9B65}"/>
              </a:ext>
            </a:extLst>
          </p:cNvPr>
          <p:cNvSpPr/>
          <p:nvPr/>
        </p:nvSpPr>
        <p:spPr>
          <a:xfrm>
            <a:off x="1394594" y="1692373"/>
            <a:ext cx="238609" cy="247895"/>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81" name="Rectangle: Rounded Corners 80">
            <a:extLst>
              <a:ext uri="{FF2B5EF4-FFF2-40B4-BE49-F238E27FC236}">
                <a16:creationId xmlns:a16="http://schemas.microsoft.com/office/drawing/2014/main" id="{823258E7-6CE5-9396-E04A-BF27D1F35663}"/>
              </a:ext>
            </a:extLst>
          </p:cNvPr>
          <p:cNvSpPr/>
          <p:nvPr/>
        </p:nvSpPr>
        <p:spPr>
          <a:xfrm>
            <a:off x="1394594" y="947510"/>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82" name="Rectangle: Rounded Corners 81">
            <a:extLst>
              <a:ext uri="{FF2B5EF4-FFF2-40B4-BE49-F238E27FC236}">
                <a16:creationId xmlns:a16="http://schemas.microsoft.com/office/drawing/2014/main" id="{DA7E62BA-2FB8-C177-8AF3-1AAF4CD4D481}"/>
              </a:ext>
            </a:extLst>
          </p:cNvPr>
          <p:cNvSpPr/>
          <p:nvPr/>
        </p:nvSpPr>
        <p:spPr>
          <a:xfrm rot="10800000" flipH="1" flipV="1">
            <a:off x="845880" y="1356991"/>
            <a:ext cx="395656" cy="19074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dynamic</a:t>
            </a:r>
          </a:p>
          <a:p>
            <a:pPr algn="ctr"/>
            <a:r>
              <a:rPr lang="en-US" sz="600" dirty="0">
                <a:solidFill>
                  <a:schemeClr val="accent5">
                    <a:lumMod val="40000"/>
                    <a:lumOff val="60000"/>
                  </a:schemeClr>
                </a:solidFill>
              </a:rPr>
              <a:t>pad </a:t>
            </a:r>
            <a:endParaRPr lang="en-NL" sz="600" dirty="0">
              <a:solidFill>
                <a:schemeClr val="accent5">
                  <a:lumMod val="40000"/>
                  <a:lumOff val="60000"/>
                </a:schemeClr>
              </a:solidFill>
            </a:endParaRPr>
          </a:p>
        </p:txBody>
      </p:sp>
      <p:sp>
        <p:nvSpPr>
          <p:cNvPr id="83" name="Rectangle: Rounded Corners 82">
            <a:extLst>
              <a:ext uri="{FF2B5EF4-FFF2-40B4-BE49-F238E27FC236}">
                <a16:creationId xmlns:a16="http://schemas.microsoft.com/office/drawing/2014/main" id="{46647982-1CA9-620B-7DED-1A8DEE943296}"/>
              </a:ext>
            </a:extLst>
          </p:cNvPr>
          <p:cNvSpPr/>
          <p:nvPr/>
        </p:nvSpPr>
        <p:spPr>
          <a:xfrm rot="10800000" flipH="1" flipV="1">
            <a:off x="1806206" y="1363462"/>
            <a:ext cx="377823" cy="19074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dynamic</a:t>
            </a:r>
          </a:p>
          <a:p>
            <a:pPr algn="ctr"/>
            <a:r>
              <a:rPr lang="en-US" sz="600" dirty="0">
                <a:solidFill>
                  <a:schemeClr val="accent5">
                    <a:lumMod val="40000"/>
                    <a:lumOff val="60000"/>
                  </a:schemeClr>
                </a:solidFill>
              </a:rPr>
              <a:t>pad </a:t>
            </a:r>
            <a:endParaRPr lang="en-NL" sz="600" dirty="0">
              <a:solidFill>
                <a:schemeClr val="accent5">
                  <a:lumMod val="40000"/>
                  <a:lumOff val="60000"/>
                </a:schemeClr>
              </a:solidFill>
            </a:endParaRPr>
          </a:p>
        </p:txBody>
      </p:sp>
      <p:sp>
        <p:nvSpPr>
          <p:cNvPr id="84" name="Rectangle: Rounded Corners 83">
            <a:extLst>
              <a:ext uri="{FF2B5EF4-FFF2-40B4-BE49-F238E27FC236}">
                <a16:creationId xmlns:a16="http://schemas.microsoft.com/office/drawing/2014/main" id="{9CC5AEF4-BB2D-B8DB-0406-8CB8CC4A793B}"/>
              </a:ext>
            </a:extLst>
          </p:cNvPr>
          <p:cNvSpPr/>
          <p:nvPr/>
        </p:nvSpPr>
        <p:spPr>
          <a:xfrm>
            <a:off x="8615291" y="1724690"/>
            <a:ext cx="505862" cy="17780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accent5">
                    <a:lumMod val="40000"/>
                    <a:lumOff val="60000"/>
                  </a:schemeClr>
                </a:solidFill>
              </a:rPr>
              <a:t>right-pad</a:t>
            </a:r>
            <a:endParaRPr lang="en-NL" sz="600" dirty="0">
              <a:solidFill>
                <a:schemeClr val="accent5">
                  <a:lumMod val="40000"/>
                  <a:lumOff val="60000"/>
                </a:schemeClr>
              </a:solidFill>
            </a:endParaRPr>
          </a:p>
        </p:txBody>
      </p:sp>
      <p:sp>
        <p:nvSpPr>
          <p:cNvPr id="85" name="Rectangle 84">
            <a:extLst>
              <a:ext uri="{FF2B5EF4-FFF2-40B4-BE49-F238E27FC236}">
                <a16:creationId xmlns:a16="http://schemas.microsoft.com/office/drawing/2014/main" id="{0DCBA682-7AF2-4CF6-CEE4-CABB72529EF3}"/>
              </a:ext>
            </a:extLst>
          </p:cNvPr>
          <p:cNvSpPr/>
          <p:nvPr/>
        </p:nvSpPr>
        <p:spPr>
          <a:xfrm>
            <a:off x="326731" y="735303"/>
            <a:ext cx="8804569" cy="156791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chemeClr val="tx1"/>
              </a:solidFill>
            </a:endParaRPr>
          </a:p>
        </p:txBody>
      </p:sp>
      <p:sp>
        <p:nvSpPr>
          <p:cNvPr id="86" name="Rectangle: Rounded Corners 85">
            <a:extLst>
              <a:ext uri="{FF2B5EF4-FFF2-40B4-BE49-F238E27FC236}">
                <a16:creationId xmlns:a16="http://schemas.microsoft.com/office/drawing/2014/main" id="{FA6D4367-20BA-95D8-179A-FF88E600A63F}"/>
              </a:ext>
            </a:extLst>
          </p:cNvPr>
          <p:cNvSpPr/>
          <p:nvPr/>
        </p:nvSpPr>
        <p:spPr>
          <a:xfrm>
            <a:off x="2972603" y="733536"/>
            <a:ext cx="927652" cy="167723"/>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top-pad</a:t>
            </a:r>
            <a:endParaRPr lang="en-NL" sz="600" dirty="0">
              <a:solidFill>
                <a:schemeClr val="accent5">
                  <a:lumMod val="40000"/>
                  <a:lumOff val="60000"/>
                </a:schemeClr>
              </a:solidFill>
            </a:endParaRPr>
          </a:p>
        </p:txBody>
      </p:sp>
      <p:sp>
        <p:nvSpPr>
          <p:cNvPr id="87" name="Rectangle: Rounded Corners 86">
            <a:extLst>
              <a:ext uri="{FF2B5EF4-FFF2-40B4-BE49-F238E27FC236}">
                <a16:creationId xmlns:a16="http://schemas.microsoft.com/office/drawing/2014/main" id="{D9E1C047-5734-1E58-149D-77E4220AAE69}"/>
              </a:ext>
            </a:extLst>
          </p:cNvPr>
          <p:cNvSpPr/>
          <p:nvPr/>
        </p:nvSpPr>
        <p:spPr>
          <a:xfrm>
            <a:off x="2928350" y="2167694"/>
            <a:ext cx="927652" cy="125544"/>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bottom-pad</a:t>
            </a:r>
            <a:endParaRPr lang="en-NL" sz="600" dirty="0">
              <a:solidFill>
                <a:schemeClr val="accent5">
                  <a:lumMod val="40000"/>
                  <a:lumOff val="60000"/>
                </a:schemeClr>
              </a:solidFill>
            </a:endParaRPr>
          </a:p>
        </p:txBody>
      </p:sp>
      <p:sp>
        <p:nvSpPr>
          <p:cNvPr id="88" name="Rectangle: Rounded Corners 87">
            <a:extLst>
              <a:ext uri="{FF2B5EF4-FFF2-40B4-BE49-F238E27FC236}">
                <a16:creationId xmlns:a16="http://schemas.microsoft.com/office/drawing/2014/main" id="{B4FDF49D-82B8-6233-D360-49742CBC3A56}"/>
              </a:ext>
            </a:extLst>
          </p:cNvPr>
          <p:cNvSpPr/>
          <p:nvPr/>
        </p:nvSpPr>
        <p:spPr>
          <a:xfrm rot="10800000" flipH="1" flipV="1">
            <a:off x="2270654" y="1363461"/>
            <a:ext cx="377823" cy="19074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dynamic</a:t>
            </a:r>
          </a:p>
          <a:p>
            <a:pPr algn="ctr"/>
            <a:r>
              <a:rPr lang="en-US" sz="600" dirty="0">
                <a:solidFill>
                  <a:schemeClr val="accent5">
                    <a:lumMod val="40000"/>
                    <a:lumOff val="60000"/>
                  </a:schemeClr>
                </a:solidFill>
              </a:rPr>
              <a:t>pad </a:t>
            </a:r>
            <a:endParaRPr lang="en-NL" sz="600" dirty="0">
              <a:solidFill>
                <a:schemeClr val="accent5">
                  <a:lumMod val="40000"/>
                  <a:lumOff val="60000"/>
                </a:schemeClr>
              </a:solidFill>
            </a:endParaRPr>
          </a:p>
        </p:txBody>
      </p:sp>
      <p:sp>
        <p:nvSpPr>
          <p:cNvPr id="89" name="Rectangle: Rounded Corners 88">
            <a:extLst>
              <a:ext uri="{FF2B5EF4-FFF2-40B4-BE49-F238E27FC236}">
                <a16:creationId xmlns:a16="http://schemas.microsoft.com/office/drawing/2014/main" id="{D53C6B87-AD40-A8E9-843C-66CD7CECA737}"/>
              </a:ext>
            </a:extLst>
          </p:cNvPr>
          <p:cNvSpPr/>
          <p:nvPr/>
        </p:nvSpPr>
        <p:spPr>
          <a:xfrm rot="10800000" flipH="1" flipV="1">
            <a:off x="4128577" y="1363462"/>
            <a:ext cx="377823" cy="19074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dynamic</a:t>
            </a:r>
          </a:p>
          <a:p>
            <a:pPr algn="ctr"/>
            <a:r>
              <a:rPr lang="en-US" sz="600" dirty="0">
                <a:solidFill>
                  <a:schemeClr val="accent5">
                    <a:lumMod val="40000"/>
                    <a:lumOff val="60000"/>
                  </a:schemeClr>
                </a:solidFill>
              </a:rPr>
              <a:t>pad </a:t>
            </a:r>
            <a:endParaRPr lang="en-NL" sz="600" dirty="0">
              <a:solidFill>
                <a:schemeClr val="accent5">
                  <a:lumMod val="40000"/>
                  <a:lumOff val="60000"/>
                </a:schemeClr>
              </a:solidFill>
            </a:endParaRPr>
          </a:p>
        </p:txBody>
      </p:sp>
      <p:sp>
        <p:nvSpPr>
          <p:cNvPr id="90" name="Rectangle 89">
            <a:extLst>
              <a:ext uri="{FF2B5EF4-FFF2-40B4-BE49-F238E27FC236}">
                <a16:creationId xmlns:a16="http://schemas.microsoft.com/office/drawing/2014/main" id="{8141B756-EEF5-17D1-C176-40433FCB3CA8}"/>
              </a:ext>
            </a:extLst>
          </p:cNvPr>
          <p:cNvSpPr/>
          <p:nvPr/>
        </p:nvSpPr>
        <p:spPr>
          <a:xfrm>
            <a:off x="2652128" y="1171727"/>
            <a:ext cx="1471472" cy="518024"/>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Animations</a:t>
            </a:r>
            <a:endParaRPr lang="en-NL" dirty="0">
              <a:solidFill>
                <a:schemeClr val="tx1"/>
              </a:solidFill>
            </a:endParaRPr>
          </a:p>
        </p:txBody>
      </p:sp>
      <p:sp>
        <p:nvSpPr>
          <p:cNvPr id="91" name="Rectangle: Rounded Corners 90">
            <a:extLst>
              <a:ext uri="{FF2B5EF4-FFF2-40B4-BE49-F238E27FC236}">
                <a16:creationId xmlns:a16="http://schemas.microsoft.com/office/drawing/2014/main" id="{180C109A-3E79-8EC2-6170-2A1D3E2508D4}"/>
              </a:ext>
            </a:extLst>
          </p:cNvPr>
          <p:cNvSpPr/>
          <p:nvPr/>
        </p:nvSpPr>
        <p:spPr>
          <a:xfrm>
            <a:off x="3272872" y="944301"/>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92" name="Rectangle: Rounded Corners 91">
            <a:extLst>
              <a:ext uri="{FF2B5EF4-FFF2-40B4-BE49-F238E27FC236}">
                <a16:creationId xmlns:a16="http://schemas.microsoft.com/office/drawing/2014/main" id="{714FC68E-8788-9B47-CD1F-A8501CD82F72}"/>
              </a:ext>
            </a:extLst>
          </p:cNvPr>
          <p:cNvSpPr/>
          <p:nvPr/>
        </p:nvSpPr>
        <p:spPr>
          <a:xfrm>
            <a:off x="3272872" y="1696946"/>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94" name="Rectangle: Top Corners Rounded 93">
            <a:extLst>
              <a:ext uri="{FF2B5EF4-FFF2-40B4-BE49-F238E27FC236}">
                <a16:creationId xmlns:a16="http://schemas.microsoft.com/office/drawing/2014/main" id="{A0B2BB12-1AA6-D154-8959-E822C726D165}"/>
              </a:ext>
            </a:extLst>
          </p:cNvPr>
          <p:cNvSpPr/>
          <p:nvPr/>
        </p:nvSpPr>
        <p:spPr>
          <a:xfrm rot="10800000">
            <a:off x="2270653" y="1735278"/>
            <a:ext cx="2221597" cy="52353"/>
          </a:xfrm>
          <a:prstGeom prst="round2SameRect">
            <a:avLst/>
          </a:prstGeom>
          <a:solidFill>
            <a:schemeClr val="tx2">
              <a:lumMod val="10000"/>
              <a:lumOff val="90000"/>
            </a:schemeClr>
          </a:solidFill>
          <a:ln>
            <a:prstDash val="sysDash"/>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a:p>
        </p:txBody>
      </p:sp>
      <p:sp>
        <p:nvSpPr>
          <p:cNvPr id="95" name="Rectangle 94">
            <a:extLst>
              <a:ext uri="{FF2B5EF4-FFF2-40B4-BE49-F238E27FC236}">
                <a16:creationId xmlns:a16="http://schemas.microsoft.com/office/drawing/2014/main" id="{95795E2A-EE9E-14C6-8E73-B6E3CF6001D8}"/>
              </a:ext>
            </a:extLst>
          </p:cNvPr>
          <p:cNvSpPr/>
          <p:nvPr/>
        </p:nvSpPr>
        <p:spPr>
          <a:xfrm>
            <a:off x="4560574" y="946922"/>
            <a:ext cx="1478999" cy="99596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endParaRPr>
          </a:p>
        </p:txBody>
      </p:sp>
      <p:sp>
        <p:nvSpPr>
          <p:cNvPr id="96" name="Rectangle: Rounded Corners 95">
            <a:extLst>
              <a:ext uri="{FF2B5EF4-FFF2-40B4-BE49-F238E27FC236}">
                <a16:creationId xmlns:a16="http://schemas.microsoft.com/office/drawing/2014/main" id="{77CA88D3-7EB7-D54E-9951-28018D16ED08}"/>
              </a:ext>
            </a:extLst>
          </p:cNvPr>
          <p:cNvSpPr/>
          <p:nvPr/>
        </p:nvSpPr>
        <p:spPr>
          <a:xfrm rot="10800000" flipH="1" flipV="1">
            <a:off x="4572319" y="1366082"/>
            <a:ext cx="377823" cy="19074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dynamic</a:t>
            </a:r>
          </a:p>
          <a:p>
            <a:pPr algn="ctr"/>
            <a:r>
              <a:rPr lang="en-US" sz="600" dirty="0">
                <a:solidFill>
                  <a:schemeClr val="accent5">
                    <a:lumMod val="40000"/>
                    <a:lumOff val="60000"/>
                  </a:schemeClr>
                </a:solidFill>
              </a:rPr>
              <a:t>pad </a:t>
            </a:r>
            <a:endParaRPr lang="en-NL" sz="600" dirty="0">
              <a:solidFill>
                <a:schemeClr val="accent5">
                  <a:lumMod val="40000"/>
                  <a:lumOff val="60000"/>
                </a:schemeClr>
              </a:solidFill>
            </a:endParaRPr>
          </a:p>
        </p:txBody>
      </p:sp>
      <p:sp>
        <p:nvSpPr>
          <p:cNvPr id="97" name="Rectangle: Rounded Corners 96">
            <a:extLst>
              <a:ext uri="{FF2B5EF4-FFF2-40B4-BE49-F238E27FC236}">
                <a16:creationId xmlns:a16="http://schemas.microsoft.com/office/drawing/2014/main" id="{35FF7265-E630-3838-750B-47DB38D0DB76}"/>
              </a:ext>
            </a:extLst>
          </p:cNvPr>
          <p:cNvSpPr/>
          <p:nvPr/>
        </p:nvSpPr>
        <p:spPr>
          <a:xfrm rot="10800000" flipH="1" flipV="1">
            <a:off x="5655525" y="1364498"/>
            <a:ext cx="377823" cy="19074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dynamic</a:t>
            </a:r>
          </a:p>
          <a:p>
            <a:pPr algn="ctr"/>
            <a:r>
              <a:rPr lang="en-US" sz="600" dirty="0">
                <a:solidFill>
                  <a:schemeClr val="accent5">
                    <a:lumMod val="40000"/>
                    <a:lumOff val="60000"/>
                  </a:schemeClr>
                </a:solidFill>
              </a:rPr>
              <a:t>pad </a:t>
            </a:r>
            <a:endParaRPr lang="en-NL" sz="600" dirty="0">
              <a:solidFill>
                <a:schemeClr val="accent5">
                  <a:lumMod val="40000"/>
                  <a:lumOff val="60000"/>
                </a:schemeClr>
              </a:solidFill>
            </a:endParaRPr>
          </a:p>
        </p:txBody>
      </p:sp>
      <p:sp>
        <p:nvSpPr>
          <p:cNvPr id="98" name="Rectangle 97">
            <a:extLst>
              <a:ext uri="{FF2B5EF4-FFF2-40B4-BE49-F238E27FC236}">
                <a16:creationId xmlns:a16="http://schemas.microsoft.com/office/drawing/2014/main" id="{120A5FCD-B8F5-F3BD-ABFD-7E14BE466539}"/>
              </a:ext>
            </a:extLst>
          </p:cNvPr>
          <p:cNvSpPr/>
          <p:nvPr/>
        </p:nvSpPr>
        <p:spPr>
          <a:xfrm>
            <a:off x="4953793" y="1174348"/>
            <a:ext cx="691461" cy="51394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Draw</a:t>
            </a:r>
            <a:endParaRPr lang="en-NL" dirty="0">
              <a:solidFill>
                <a:schemeClr val="tx1"/>
              </a:solidFill>
            </a:endParaRPr>
          </a:p>
        </p:txBody>
      </p:sp>
      <p:sp>
        <p:nvSpPr>
          <p:cNvPr id="99" name="Rectangle: Rounded Corners 98">
            <a:extLst>
              <a:ext uri="{FF2B5EF4-FFF2-40B4-BE49-F238E27FC236}">
                <a16:creationId xmlns:a16="http://schemas.microsoft.com/office/drawing/2014/main" id="{B4D51DE1-3AC3-B52E-5A1F-4ECA26A9ECBB}"/>
              </a:ext>
            </a:extLst>
          </p:cNvPr>
          <p:cNvSpPr/>
          <p:nvPr/>
        </p:nvSpPr>
        <p:spPr>
          <a:xfrm>
            <a:off x="5158235" y="941331"/>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100" name="Rectangle: Rounded Corners 99">
            <a:extLst>
              <a:ext uri="{FF2B5EF4-FFF2-40B4-BE49-F238E27FC236}">
                <a16:creationId xmlns:a16="http://schemas.microsoft.com/office/drawing/2014/main" id="{37E312FC-2D7C-1CE5-AA63-74662BBECB49}"/>
              </a:ext>
            </a:extLst>
          </p:cNvPr>
          <p:cNvSpPr/>
          <p:nvPr/>
        </p:nvSpPr>
        <p:spPr>
          <a:xfrm>
            <a:off x="5158235" y="1696946"/>
            <a:ext cx="238609" cy="234761"/>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101" name="Rectangle 100">
            <a:extLst>
              <a:ext uri="{FF2B5EF4-FFF2-40B4-BE49-F238E27FC236}">
                <a16:creationId xmlns:a16="http://schemas.microsoft.com/office/drawing/2014/main" id="{93AD5C98-1536-7621-5C5A-82E81D815E36}"/>
              </a:ext>
            </a:extLst>
          </p:cNvPr>
          <p:cNvSpPr/>
          <p:nvPr/>
        </p:nvSpPr>
        <p:spPr>
          <a:xfrm>
            <a:off x="4525803" y="890808"/>
            <a:ext cx="18000" cy="1115207"/>
          </a:xfrm>
          <a:prstGeom prst="rect">
            <a:avLst/>
          </a:prstGeom>
          <a:solidFill>
            <a:srgbClr val="FFB7B7"/>
          </a:solidFill>
          <a:ln w="3175">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02" name="Rectangle 101">
            <a:extLst>
              <a:ext uri="{FF2B5EF4-FFF2-40B4-BE49-F238E27FC236}">
                <a16:creationId xmlns:a16="http://schemas.microsoft.com/office/drawing/2014/main" id="{31F622A1-F7EB-7904-F3E3-700166B0C8C2}"/>
              </a:ext>
            </a:extLst>
          </p:cNvPr>
          <p:cNvSpPr/>
          <p:nvPr/>
        </p:nvSpPr>
        <p:spPr>
          <a:xfrm>
            <a:off x="2227251" y="890808"/>
            <a:ext cx="18000" cy="1115207"/>
          </a:xfrm>
          <a:prstGeom prst="rect">
            <a:avLst/>
          </a:prstGeom>
          <a:solidFill>
            <a:srgbClr val="FFB7B7"/>
          </a:solidFill>
          <a:ln w="3175">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03" name="Speech Bubble: Rectangle with Corners Rounded 102">
            <a:extLst>
              <a:ext uri="{FF2B5EF4-FFF2-40B4-BE49-F238E27FC236}">
                <a16:creationId xmlns:a16="http://schemas.microsoft.com/office/drawing/2014/main" id="{DC0199DF-591F-58A8-A76D-31CFB83E41B3}"/>
              </a:ext>
            </a:extLst>
          </p:cNvPr>
          <p:cNvSpPr/>
          <p:nvPr/>
        </p:nvSpPr>
        <p:spPr>
          <a:xfrm>
            <a:off x="1483441" y="185491"/>
            <a:ext cx="1998008" cy="434900"/>
          </a:xfrm>
          <a:prstGeom prst="wedgeRoundRectCallout">
            <a:avLst>
              <a:gd name="adj1" fmla="val -12867"/>
              <a:gd name="adj2" fmla="val 108755"/>
              <a:gd name="adj3" fmla="val 16667"/>
            </a:avLst>
          </a:prstGeom>
          <a:solidFill>
            <a:srgbClr val="F2CFEE">
              <a:alpha val="50196"/>
            </a:srgbClr>
          </a:solidFill>
          <a:ln>
            <a:solidFill>
              <a:srgbClr val="A02B93">
                <a:alpha val="50196"/>
              </a:srgb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900" dirty="0">
                <a:solidFill>
                  <a:srgbClr val="A02B93"/>
                </a:solidFill>
              </a:rPr>
              <a:t>vertical bar shows when dynamic spacing is less than desired width</a:t>
            </a:r>
            <a:endParaRPr lang="en-NL" sz="900" dirty="0">
              <a:solidFill>
                <a:srgbClr val="A02B93"/>
              </a:solidFill>
            </a:endParaRPr>
          </a:p>
        </p:txBody>
      </p:sp>
      <p:sp>
        <p:nvSpPr>
          <p:cNvPr id="104" name="Speech Bubble: Rectangle with Corners Rounded 103">
            <a:extLst>
              <a:ext uri="{FF2B5EF4-FFF2-40B4-BE49-F238E27FC236}">
                <a16:creationId xmlns:a16="http://schemas.microsoft.com/office/drawing/2014/main" id="{7C8A8CC6-1AD0-5484-0A03-D1486F5E9CE6}"/>
              </a:ext>
            </a:extLst>
          </p:cNvPr>
          <p:cNvSpPr/>
          <p:nvPr/>
        </p:nvSpPr>
        <p:spPr>
          <a:xfrm>
            <a:off x="3900255" y="2624918"/>
            <a:ext cx="1998008" cy="434900"/>
          </a:xfrm>
          <a:prstGeom prst="wedgeRoundRectCallout">
            <a:avLst>
              <a:gd name="adj1" fmla="val -218317"/>
              <a:gd name="adj2" fmla="val -208448"/>
              <a:gd name="adj3" fmla="val 16667"/>
            </a:avLst>
          </a:prstGeom>
          <a:solidFill>
            <a:srgbClr val="F2CFEE">
              <a:alpha val="50196"/>
            </a:srgbClr>
          </a:solidFill>
          <a:ln>
            <a:solidFill>
              <a:srgbClr val="A02B93">
                <a:alpha val="50196"/>
              </a:srgb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NL" sz="900" dirty="0">
              <a:solidFill>
                <a:srgbClr val="A02B93"/>
              </a:solidFill>
            </a:endParaRPr>
          </a:p>
        </p:txBody>
      </p:sp>
      <p:sp>
        <p:nvSpPr>
          <p:cNvPr id="105" name="Speech Bubble: Rectangle with Corners Rounded 104">
            <a:extLst>
              <a:ext uri="{FF2B5EF4-FFF2-40B4-BE49-F238E27FC236}">
                <a16:creationId xmlns:a16="http://schemas.microsoft.com/office/drawing/2014/main" id="{F67A718F-B69D-7942-247A-972151384B92}"/>
              </a:ext>
            </a:extLst>
          </p:cNvPr>
          <p:cNvSpPr/>
          <p:nvPr/>
        </p:nvSpPr>
        <p:spPr>
          <a:xfrm>
            <a:off x="3900255" y="2628401"/>
            <a:ext cx="1998008" cy="434900"/>
          </a:xfrm>
          <a:prstGeom prst="wedgeRoundRectCallout">
            <a:avLst>
              <a:gd name="adj1" fmla="val 197992"/>
              <a:gd name="adj2" fmla="val -217896"/>
              <a:gd name="adj3" fmla="val 16667"/>
            </a:avLst>
          </a:prstGeom>
          <a:solidFill>
            <a:srgbClr val="F2CFEE">
              <a:alpha val="50196"/>
            </a:srgbClr>
          </a:solidFill>
          <a:ln>
            <a:solidFill>
              <a:srgbClr val="A02B93">
                <a:alpha val="50196"/>
              </a:srgb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900" dirty="0">
                <a:solidFill>
                  <a:srgbClr val="A02B93"/>
                </a:solidFill>
              </a:rPr>
              <a:t>left/right/top/bottom pad are fixed regardless of size</a:t>
            </a:r>
            <a:endParaRPr lang="en-NL" sz="900" dirty="0">
              <a:solidFill>
                <a:srgbClr val="A02B93"/>
              </a:solidFill>
            </a:endParaRPr>
          </a:p>
        </p:txBody>
      </p:sp>
      <p:sp>
        <p:nvSpPr>
          <p:cNvPr id="106" name="Speech Bubble: Rectangle with Corners Rounded 105">
            <a:extLst>
              <a:ext uri="{FF2B5EF4-FFF2-40B4-BE49-F238E27FC236}">
                <a16:creationId xmlns:a16="http://schemas.microsoft.com/office/drawing/2014/main" id="{4F953C93-3EFE-79A2-1B6B-4F450223E008}"/>
              </a:ext>
            </a:extLst>
          </p:cNvPr>
          <p:cNvSpPr/>
          <p:nvPr/>
        </p:nvSpPr>
        <p:spPr>
          <a:xfrm>
            <a:off x="6174878" y="228926"/>
            <a:ext cx="1998008" cy="434900"/>
          </a:xfrm>
          <a:prstGeom prst="wedgeRoundRectCallout">
            <a:avLst>
              <a:gd name="adj1" fmla="val 9347"/>
              <a:gd name="adj2" fmla="val 202035"/>
              <a:gd name="adj3" fmla="val 16667"/>
            </a:avLst>
          </a:prstGeom>
          <a:solidFill>
            <a:srgbClr val="F2CFEE">
              <a:alpha val="50196"/>
            </a:srgbClr>
          </a:solidFill>
          <a:ln>
            <a:solidFill>
              <a:srgbClr val="A02B93">
                <a:alpha val="50196"/>
              </a:srgb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900" dirty="0">
                <a:solidFill>
                  <a:srgbClr val="A02B93"/>
                </a:solidFill>
              </a:rPr>
              <a:t>dynamic pads shrink when there is insufficient space to show all the components</a:t>
            </a:r>
            <a:endParaRPr lang="en-NL" sz="900" dirty="0">
              <a:solidFill>
                <a:srgbClr val="A02B93"/>
              </a:solidFill>
            </a:endParaRPr>
          </a:p>
        </p:txBody>
      </p:sp>
      <p:sp>
        <p:nvSpPr>
          <p:cNvPr id="140" name="Rectangle: Rounded Corners 139">
            <a:extLst>
              <a:ext uri="{FF2B5EF4-FFF2-40B4-BE49-F238E27FC236}">
                <a16:creationId xmlns:a16="http://schemas.microsoft.com/office/drawing/2014/main" id="{DACC1668-9F3D-BDDD-4779-BFED1C304587}"/>
              </a:ext>
            </a:extLst>
          </p:cNvPr>
          <p:cNvSpPr/>
          <p:nvPr/>
        </p:nvSpPr>
        <p:spPr>
          <a:xfrm>
            <a:off x="7576335" y="1729094"/>
            <a:ext cx="1031694" cy="177800"/>
          </a:xfrm>
          <a:prstGeom prst="roundRect">
            <a:avLst/>
          </a:prstGeom>
          <a:solidFill>
            <a:srgbClr val="F9E7F7"/>
          </a:solid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accent5">
                    <a:lumMod val="60000"/>
                    <a:lumOff val="40000"/>
                  </a:schemeClr>
                </a:solidFill>
              </a:rPr>
              <a:t>unused space because bar fills its container</a:t>
            </a:r>
            <a:endParaRPr lang="en-NL" sz="600" dirty="0">
              <a:solidFill>
                <a:schemeClr val="accent5">
                  <a:lumMod val="60000"/>
                  <a:lumOff val="40000"/>
                </a:schemeClr>
              </a:solidFill>
            </a:endParaRPr>
          </a:p>
        </p:txBody>
      </p:sp>
      <p:sp>
        <p:nvSpPr>
          <p:cNvPr id="141" name="Rectangle 140">
            <a:extLst>
              <a:ext uri="{FF2B5EF4-FFF2-40B4-BE49-F238E27FC236}">
                <a16:creationId xmlns:a16="http://schemas.microsoft.com/office/drawing/2014/main" id="{E70C478A-0200-8237-D287-9799E93BF897}"/>
              </a:ext>
            </a:extLst>
          </p:cNvPr>
          <p:cNvSpPr/>
          <p:nvPr/>
        </p:nvSpPr>
        <p:spPr>
          <a:xfrm>
            <a:off x="6089202" y="948378"/>
            <a:ext cx="1478999" cy="99596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endParaRPr>
          </a:p>
        </p:txBody>
      </p:sp>
      <p:sp>
        <p:nvSpPr>
          <p:cNvPr id="142" name="Rectangle: Rounded Corners 141">
            <a:extLst>
              <a:ext uri="{FF2B5EF4-FFF2-40B4-BE49-F238E27FC236}">
                <a16:creationId xmlns:a16="http://schemas.microsoft.com/office/drawing/2014/main" id="{FA7390F0-42FA-E7CC-2632-0A1A7827DAA0}"/>
              </a:ext>
            </a:extLst>
          </p:cNvPr>
          <p:cNvSpPr/>
          <p:nvPr/>
        </p:nvSpPr>
        <p:spPr>
          <a:xfrm rot="10800000" flipH="1" flipV="1">
            <a:off x="6100947" y="1367538"/>
            <a:ext cx="377823" cy="19074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dynamic</a:t>
            </a:r>
          </a:p>
          <a:p>
            <a:pPr algn="ctr"/>
            <a:r>
              <a:rPr lang="en-US" sz="600" dirty="0">
                <a:solidFill>
                  <a:schemeClr val="accent5">
                    <a:lumMod val="40000"/>
                    <a:lumOff val="60000"/>
                  </a:schemeClr>
                </a:solidFill>
              </a:rPr>
              <a:t>pad </a:t>
            </a:r>
            <a:endParaRPr lang="en-NL" sz="600" dirty="0">
              <a:solidFill>
                <a:schemeClr val="accent5">
                  <a:lumMod val="40000"/>
                  <a:lumOff val="60000"/>
                </a:schemeClr>
              </a:solidFill>
            </a:endParaRPr>
          </a:p>
        </p:txBody>
      </p:sp>
      <p:sp>
        <p:nvSpPr>
          <p:cNvPr id="143" name="Rectangle: Rounded Corners 142">
            <a:extLst>
              <a:ext uri="{FF2B5EF4-FFF2-40B4-BE49-F238E27FC236}">
                <a16:creationId xmlns:a16="http://schemas.microsoft.com/office/drawing/2014/main" id="{A77CD5CB-A0F2-CFBC-8128-A260EA14CFFE}"/>
              </a:ext>
            </a:extLst>
          </p:cNvPr>
          <p:cNvSpPr/>
          <p:nvPr/>
        </p:nvSpPr>
        <p:spPr>
          <a:xfrm rot="10800000" flipH="1" flipV="1">
            <a:off x="7184153" y="1365954"/>
            <a:ext cx="377823" cy="19074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dynamic</a:t>
            </a:r>
          </a:p>
          <a:p>
            <a:pPr algn="ctr"/>
            <a:r>
              <a:rPr lang="en-US" sz="600" dirty="0">
                <a:solidFill>
                  <a:schemeClr val="accent5">
                    <a:lumMod val="40000"/>
                    <a:lumOff val="60000"/>
                  </a:schemeClr>
                </a:solidFill>
              </a:rPr>
              <a:t>pad </a:t>
            </a:r>
            <a:endParaRPr lang="en-NL" sz="600" dirty="0">
              <a:solidFill>
                <a:schemeClr val="accent5">
                  <a:lumMod val="40000"/>
                  <a:lumOff val="60000"/>
                </a:schemeClr>
              </a:solidFill>
            </a:endParaRPr>
          </a:p>
        </p:txBody>
      </p:sp>
      <p:sp>
        <p:nvSpPr>
          <p:cNvPr id="144" name="Rectangle 143">
            <a:extLst>
              <a:ext uri="{FF2B5EF4-FFF2-40B4-BE49-F238E27FC236}">
                <a16:creationId xmlns:a16="http://schemas.microsoft.com/office/drawing/2014/main" id="{D90A8730-AC22-2C0A-BA19-EEC1D273E968}"/>
              </a:ext>
            </a:extLst>
          </p:cNvPr>
          <p:cNvSpPr/>
          <p:nvPr/>
        </p:nvSpPr>
        <p:spPr>
          <a:xfrm>
            <a:off x="6482421" y="1175804"/>
            <a:ext cx="691461" cy="512491"/>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Help</a:t>
            </a:r>
            <a:endParaRPr lang="en-NL" dirty="0">
              <a:solidFill>
                <a:schemeClr val="tx1"/>
              </a:solidFill>
            </a:endParaRPr>
          </a:p>
        </p:txBody>
      </p:sp>
      <p:sp>
        <p:nvSpPr>
          <p:cNvPr id="145" name="Rectangle: Rounded Corners 144">
            <a:extLst>
              <a:ext uri="{FF2B5EF4-FFF2-40B4-BE49-F238E27FC236}">
                <a16:creationId xmlns:a16="http://schemas.microsoft.com/office/drawing/2014/main" id="{87F61693-3BFA-D332-0C38-1DBDD89F2780}"/>
              </a:ext>
            </a:extLst>
          </p:cNvPr>
          <p:cNvSpPr/>
          <p:nvPr/>
        </p:nvSpPr>
        <p:spPr>
          <a:xfrm>
            <a:off x="6686863" y="942787"/>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146" name="Rectangle: Rounded Corners 145">
            <a:extLst>
              <a:ext uri="{FF2B5EF4-FFF2-40B4-BE49-F238E27FC236}">
                <a16:creationId xmlns:a16="http://schemas.microsoft.com/office/drawing/2014/main" id="{07E6A1F9-14F5-8C8C-B0D6-455EA5AB0765}"/>
              </a:ext>
            </a:extLst>
          </p:cNvPr>
          <p:cNvSpPr/>
          <p:nvPr/>
        </p:nvSpPr>
        <p:spPr>
          <a:xfrm>
            <a:off x="6686863" y="1698402"/>
            <a:ext cx="238609" cy="234761"/>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147" name="Rectangle 146">
            <a:extLst>
              <a:ext uri="{FF2B5EF4-FFF2-40B4-BE49-F238E27FC236}">
                <a16:creationId xmlns:a16="http://schemas.microsoft.com/office/drawing/2014/main" id="{FA7EAF5B-389A-E642-E449-35BC8E674799}"/>
              </a:ext>
            </a:extLst>
          </p:cNvPr>
          <p:cNvSpPr/>
          <p:nvPr/>
        </p:nvSpPr>
        <p:spPr>
          <a:xfrm>
            <a:off x="6054431" y="892264"/>
            <a:ext cx="18000" cy="1115207"/>
          </a:xfrm>
          <a:prstGeom prst="rect">
            <a:avLst/>
          </a:prstGeom>
          <a:solidFill>
            <a:srgbClr val="FFB7B7"/>
          </a:solidFill>
          <a:ln w="3175">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9" name="Speech Bubble: Rectangle with Corners Rounded 188">
            <a:extLst>
              <a:ext uri="{FF2B5EF4-FFF2-40B4-BE49-F238E27FC236}">
                <a16:creationId xmlns:a16="http://schemas.microsoft.com/office/drawing/2014/main" id="{DC4ABACC-D45D-AD37-AA30-3871AF3EC80A}"/>
              </a:ext>
            </a:extLst>
          </p:cNvPr>
          <p:cNvSpPr/>
          <p:nvPr/>
        </p:nvSpPr>
        <p:spPr>
          <a:xfrm>
            <a:off x="3657517" y="8568438"/>
            <a:ext cx="1998008" cy="913447"/>
          </a:xfrm>
          <a:prstGeom prst="wedgeRoundRectCallout">
            <a:avLst>
              <a:gd name="adj1" fmla="val -146033"/>
              <a:gd name="adj2" fmla="val 6250"/>
              <a:gd name="adj3" fmla="val 16667"/>
            </a:avLst>
          </a:prstGeom>
          <a:solidFill>
            <a:srgbClr val="F2CFEE">
              <a:alpha val="50196"/>
            </a:srgbClr>
          </a:solidFill>
          <a:ln>
            <a:solidFill>
              <a:srgbClr val="A02B93">
                <a:alpha val="50196"/>
              </a:srgb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900" dirty="0">
                <a:solidFill>
                  <a:srgbClr val="A02B93"/>
                </a:solidFill>
              </a:rPr>
              <a:t>When the bar is too small for at least X (default 2) items plus the ellipsis menu then the entire bar collapses back to a </a:t>
            </a:r>
            <a:r>
              <a:rPr lang="en-US" sz="900" b="1" dirty="0">
                <a:solidFill>
                  <a:srgbClr val="A02B93"/>
                </a:solidFill>
              </a:rPr>
              <a:t>hamburger</a:t>
            </a:r>
            <a:r>
              <a:rPr lang="en-US" sz="900" dirty="0">
                <a:solidFill>
                  <a:srgbClr val="A02B93"/>
                </a:solidFill>
              </a:rPr>
              <a:t> menu, with dynamic padding to make clicking it easier.</a:t>
            </a:r>
            <a:endParaRPr lang="en-NL" sz="900" dirty="0">
              <a:solidFill>
                <a:srgbClr val="A02B93"/>
              </a:solidFill>
            </a:endParaRPr>
          </a:p>
        </p:txBody>
      </p:sp>
      <p:sp>
        <p:nvSpPr>
          <p:cNvPr id="223" name="Rectangle 222">
            <a:extLst>
              <a:ext uri="{FF2B5EF4-FFF2-40B4-BE49-F238E27FC236}">
                <a16:creationId xmlns:a16="http://schemas.microsoft.com/office/drawing/2014/main" id="{E1F7C6F0-D649-9D14-86FF-0A9AE5F49455}"/>
              </a:ext>
            </a:extLst>
          </p:cNvPr>
          <p:cNvSpPr/>
          <p:nvPr/>
        </p:nvSpPr>
        <p:spPr>
          <a:xfrm>
            <a:off x="326731" y="2061932"/>
            <a:ext cx="8804568" cy="1051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i="1" dirty="0"/>
              <a:t>shadow bar</a:t>
            </a:r>
            <a:endParaRPr lang="en-NL" sz="600" i="1" dirty="0"/>
          </a:p>
        </p:txBody>
      </p:sp>
      <p:sp>
        <p:nvSpPr>
          <p:cNvPr id="224" name="Rectangle 223">
            <a:extLst>
              <a:ext uri="{FF2B5EF4-FFF2-40B4-BE49-F238E27FC236}">
                <a16:creationId xmlns:a16="http://schemas.microsoft.com/office/drawing/2014/main" id="{65080ADC-4620-BEDB-0B8F-7C5C5FCDAE43}"/>
              </a:ext>
            </a:extLst>
          </p:cNvPr>
          <p:cNvSpPr/>
          <p:nvPr/>
        </p:nvSpPr>
        <p:spPr>
          <a:xfrm>
            <a:off x="788399" y="3391247"/>
            <a:ext cx="4189894" cy="11152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chemeClr val="tx1"/>
              </a:solidFill>
            </a:endParaRPr>
          </a:p>
        </p:txBody>
      </p:sp>
      <p:sp>
        <p:nvSpPr>
          <p:cNvPr id="225" name="Rectangle 224">
            <a:extLst>
              <a:ext uri="{FF2B5EF4-FFF2-40B4-BE49-F238E27FC236}">
                <a16:creationId xmlns:a16="http://schemas.microsoft.com/office/drawing/2014/main" id="{BE7CD084-22E3-B6FE-E5E1-A0FF65B8DCEE}"/>
              </a:ext>
            </a:extLst>
          </p:cNvPr>
          <p:cNvSpPr/>
          <p:nvPr/>
        </p:nvSpPr>
        <p:spPr>
          <a:xfrm>
            <a:off x="837163" y="3430806"/>
            <a:ext cx="637829" cy="99596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endParaRPr>
          </a:p>
        </p:txBody>
      </p:sp>
      <p:sp>
        <p:nvSpPr>
          <p:cNvPr id="226" name="Rectangle 225">
            <a:extLst>
              <a:ext uri="{FF2B5EF4-FFF2-40B4-BE49-F238E27FC236}">
                <a16:creationId xmlns:a16="http://schemas.microsoft.com/office/drawing/2014/main" id="{B655DF00-9CBE-1F1C-A85B-D9DA33A1BB4A}"/>
              </a:ext>
            </a:extLst>
          </p:cNvPr>
          <p:cNvSpPr/>
          <p:nvPr/>
        </p:nvSpPr>
        <p:spPr>
          <a:xfrm>
            <a:off x="1526882" y="3438265"/>
            <a:ext cx="1578284" cy="99596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endParaRPr>
          </a:p>
        </p:txBody>
      </p:sp>
      <p:sp>
        <p:nvSpPr>
          <p:cNvPr id="227" name="Rectangle: Rounded Corners 226">
            <a:extLst>
              <a:ext uri="{FF2B5EF4-FFF2-40B4-BE49-F238E27FC236}">
                <a16:creationId xmlns:a16="http://schemas.microsoft.com/office/drawing/2014/main" id="{9864F592-D27C-87DE-A763-6FE24AA64473}"/>
              </a:ext>
            </a:extLst>
          </p:cNvPr>
          <p:cNvSpPr/>
          <p:nvPr/>
        </p:nvSpPr>
        <p:spPr>
          <a:xfrm>
            <a:off x="326731" y="4223640"/>
            <a:ext cx="461667" cy="17780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accent5">
                    <a:lumMod val="40000"/>
                    <a:lumOff val="60000"/>
                  </a:schemeClr>
                </a:solidFill>
              </a:rPr>
              <a:t>left-pad</a:t>
            </a:r>
            <a:endParaRPr lang="en-NL" sz="600" dirty="0">
              <a:solidFill>
                <a:schemeClr val="accent5">
                  <a:lumMod val="40000"/>
                  <a:lumOff val="60000"/>
                </a:schemeClr>
              </a:solidFill>
            </a:endParaRPr>
          </a:p>
        </p:txBody>
      </p:sp>
      <p:sp>
        <p:nvSpPr>
          <p:cNvPr id="228" name="Rectangle 227">
            <a:extLst>
              <a:ext uri="{FF2B5EF4-FFF2-40B4-BE49-F238E27FC236}">
                <a16:creationId xmlns:a16="http://schemas.microsoft.com/office/drawing/2014/main" id="{B8049F66-AB1A-6ACD-50C7-5C59003723A5}"/>
              </a:ext>
            </a:extLst>
          </p:cNvPr>
          <p:cNvSpPr/>
          <p:nvPr/>
        </p:nvSpPr>
        <p:spPr>
          <a:xfrm>
            <a:off x="886434" y="3661692"/>
            <a:ext cx="549274" cy="53061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File</a:t>
            </a:r>
            <a:endParaRPr lang="en-NL" dirty="0">
              <a:solidFill>
                <a:schemeClr val="tx1"/>
              </a:solidFill>
            </a:endParaRPr>
          </a:p>
        </p:txBody>
      </p:sp>
      <p:sp>
        <p:nvSpPr>
          <p:cNvPr id="229" name="Rectangle: Rounded Corners 228">
            <a:extLst>
              <a:ext uri="{FF2B5EF4-FFF2-40B4-BE49-F238E27FC236}">
                <a16:creationId xmlns:a16="http://schemas.microsoft.com/office/drawing/2014/main" id="{EA48D749-4697-B227-126E-2FFC698EAB86}"/>
              </a:ext>
            </a:extLst>
          </p:cNvPr>
          <p:cNvSpPr/>
          <p:nvPr/>
        </p:nvSpPr>
        <p:spPr>
          <a:xfrm>
            <a:off x="1035841" y="4182338"/>
            <a:ext cx="238609" cy="247895"/>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230" name="Rectangle: Rounded Corners 229">
            <a:extLst>
              <a:ext uri="{FF2B5EF4-FFF2-40B4-BE49-F238E27FC236}">
                <a16:creationId xmlns:a16="http://schemas.microsoft.com/office/drawing/2014/main" id="{9D8F1767-3CC6-1C8E-2D69-3E248A12AEEC}"/>
              </a:ext>
            </a:extLst>
          </p:cNvPr>
          <p:cNvSpPr/>
          <p:nvPr/>
        </p:nvSpPr>
        <p:spPr>
          <a:xfrm>
            <a:off x="1035841" y="3437475"/>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233" name="Rectangle: Rounded Corners 232">
            <a:extLst>
              <a:ext uri="{FF2B5EF4-FFF2-40B4-BE49-F238E27FC236}">
                <a16:creationId xmlns:a16="http://schemas.microsoft.com/office/drawing/2014/main" id="{99DC6BC6-6ACF-76BA-B8F5-EFA4A24808B0}"/>
              </a:ext>
            </a:extLst>
          </p:cNvPr>
          <p:cNvSpPr/>
          <p:nvPr/>
        </p:nvSpPr>
        <p:spPr>
          <a:xfrm>
            <a:off x="4985460" y="4227620"/>
            <a:ext cx="505862" cy="17780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accent5">
                    <a:lumMod val="40000"/>
                    <a:lumOff val="60000"/>
                  </a:schemeClr>
                </a:solidFill>
              </a:rPr>
              <a:t>right-pad</a:t>
            </a:r>
            <a:endParaRPr lang="en-NL" sz="600" dirty="0">
              <a:solidFill>
                <a:schemeClr val="accent5">
                  <a:lumMod val="40000"/>
                  <a:lumOff val="60000"/>
                </a:schemeClr>
              </a:solidFill>
            </a:endParaRPr>
          </a:p>
        </p:txBody>
      </p:sp>
      <p:sp>
        <p:nvSpPr>
          <p:cNvPr id="234" name="Rectangle 233">
            <a:extLst>
              <a:ext uri="{FF2B5EF4-FFF2-40B4-BE49-F238E27FC236}">
                <a16:creationId xmlns:a16="http://schemas.microsoft.com/office/drawing/2014/main" id="{8973808A-3B8A-064F-0D2D-D4D848EF02F5}"/>
              </a:ext>
            </a:extLst>
          </p:cNvPr>
          <p:cNvSpPr/>
          <p:nvPr/>
        </p:nvSpPr>
        <p:spPr>
          <a:xfrm>
            <a:off x="326732" y="3223524"/>
            <a:ext cx="5164590" cy="156791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chemeClr val="tx1"/>
              </a:solidFill>
            </a:endParaRPr>
          </a:p>
        </p:txBody>
      </p:sp>
      <p:sp>
        <p:nvSpPr>
          <p:cNvPr id="235" name="Rectangle: Rounded Corners 234">
            <a:extLst>
              <a:ext uri="{FF2B5EF4-FFF2-40B4-BE49-F238E27FC236}">
                <a16:creationId xmlns:a16="http://schemas.microsoft.com/office/drawing/2014/main" id="{3CD7D06F-E079-A5F0-7EA8-354B26E014D3}"/>
              </a:ext>
            </a:extLst>
          </p:cNvPr>
          <p:cNvSpPr/>
          <p:nvPr/>
        </p:nvSpPr>
        <p:spPr>
          <a:xfrm>
            <a:off x="2235896" y="3220041"/>
            <a:ext cx="927652" cy="167723"/>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top-pad</a:t>
            </a:r>
            <a:endParaRPr lang="en-NL" sz="600" dirty="0">
              <a:solidFill>
                <a:schemeClr val="accent5">
                  <a:lumMod val="40000"/>
                  <a:lumOff val="60000"/>
                </a:schemeClr>
              </a:solidFill>
            </a:endParaRPr>
          </a:p>
        </p:txBody>
      </p:sp>
      <p:sp>
        <p:nvSpPr>
          <p:cNvPr id="236" name="Rectangle: Rounded Corners 235">
            <a:extLst>
              <a:ext uri="{FF2B5EF4-FFF2-40B4-BE49-F238E27FC236}">
                <a16:creationId xmlns:a16="http://schemas.microsoft.com/office/drawing/2014/main" id="{2AF89E96-5025-7280-F9D2-D1BE9E3CA4F7}"/>
              </a:ext>
            </a:extLst>
          </p:cNvPr>
          <p:cNvSpPr/>
          <p:nvPr/>
        </p:nvSpPr>
        <p:spPr>
          <a:xfrm>
            <a:off x="2191643" y="4654199"/>
            <a:ext cx="927652" cy="125544"/>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bottom-pad</a:t>
            </a:r>
            <a:endParaRPr lang="en-NL" sz="600" dirty="0">
              <a:solidFill>
                <a:schemeClr val="accent5">
                  <a:lumMod val="40000"/>
                  <a:lumOff val="60000"/>
                </a:schemeClr>
              </a:solidFill>
            </a:endParaRPr>
          </a:p>
        </p:txBody>
      </p:sp>
      <p:sp>
        <p:nvSpPr>
          <p:cNvPr id="239" name="Rectangle 238">
            <a:extLst>
              <a:ext uri="{FF2B5EF4-FFF2-40B4-BE49-F238E27FC236}">
                <a16:creationId xmlns:a16="http://schemas.microsoft.com/office/drawing/2014/main" id="{BB969C52-0B5E-0571-6C09-3718982866F9}"/>
              </a:ext>
            </a:extLst>
          </p:cNvPr>
          <p:cNvSpPr/>
          <p:nvPr/>
        </p:nvSpPr>
        <p:spPr>
          <a:xfrm>
            <a:off x="1591039" y="3665691"/>
            <a:ext cx="1471472" cy="53061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Animations</a:t>
            </a:r>
            <a:endParaRPr lang="en-NL" dirty="0">
              <a:solidFill>
                <a:schemeClr val="tx1"/>
              </a:solidFill>
            </a:endParaRPr>
          </a:p>
        </p:txBody>
      </p:sp>
      <p:sp>
        <p:nvSpPr>
          <p:cNvPr id="240" name="Rectangle: Rounded Corners 239">
            <a:extLst>
              <a:ext uri="{FF2B5EF4-FFF2-40B4-BE49-F238E27FC236}">
                <a16:creationId xmlns:a16="http://schemas.microsoft.com/office/drawing/2014/main" id="{E46BBFBE-3861-CC16-F41B-348BAED2E8A0}"/>
              </a:ext>
            </a:extLst>
          </p:cNvPr>
          <p:cNvSpPr/>
          <p:nvPr/>
        </p:nvSpPr>
        <p:spPr>
          <a:xfrm>
            <a:off x="2211783" y="3438265"/>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241" name="Rectangle: Rounded Corners 240">
            <a:extLst>
              <a:ext uri="{FF2B5EF4-FFF2-40B4-BE49-F238E27FC236}">
                <a16:creationId xmlns:a16="http://schemas.microsoft.com/office/drawing/2014/main" id="{247BD73B-F09B-59EE-1030-7ECD7EF9A676}"/>
              </a:ext>
            </a:extLst>
          </p:cNvPr>
          <p:cNvSpPr/>
          <p:nvPr/>
        </p:nvSpPr>
        <p:spPr>
          <a:xfrm>
            <a:off x="2211783" y="4190910"/>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244" name="Rectangle 243">
            <a:extLst>
              <a:ext uri="{FF2B5EF4-FFF2-40B4-BE49-F238E27FC236}">
                <a16:creationId xmlns:a16="http://schemas.microsoft.com/office/drawing/2014/main" id="{12457EC9-4524-76CF-18B0-BB645C49DAB3}"/>
              </a:ext>
            </a:extLst>
          </p:cNvPr>
          <p:cNvSpPr/>
          <p:nvPr/>
        </p:nvSpPr>
        <p:spPr>
          <a:xfrm>
            <a:off x="3159240" y="3438265"/>
            <a:ext cx="788746" cy="99596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endParaRPr>
          </a:p>
        </p:txBody>
      </p:sp>
      <p:sp>
        <p:nvSpPr>
          <p:cNvPr id="247" name="Rectangle 246">
            <a:extLst>
              <a:ext uri="{FF2B5EF4-FFF2-40B4-BE49-F238E27FC236}">
                <a16:creationId xmlns:a16="http://schemas.microsoft.com/office/drawing/2014/main" id="{CBF04BE8-EB06-E5EE-F5DB-740006D7BA9F}"/>
              </a:ext>
            </a:extLst>
          </p:cNvPr>
          <p:cNvSpPr/>
          <p:nvPr/>
        </p:nvSpPr>
        <p:spPr>
          <a:xfrm>
            <a:off x="3206896" y="3665691"/>
            <a:ext cx="691461" cy="53061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Draw</a:t>
            </a:r>
            <a:endParaRPr lang="en-NL" dirty="0">
              <a:solidFill>
                <a:schemeClr val="tx1"/>
              </a:solidFill>
            </a:endParaRPr>
          </a:p>
        </p:txBody>
      </p:sp>
      <p:sp>
        <p:nvSpPr>
          <p:cNvPr id="248" name="Rectangle: Rounded Corners 247">
            <a:extLst>
              <a:ext uri="{FF2B5EF4-FFF2-40B4-BE49-F238E27FC236}">
                <a16:creationId xmlns:a16="http://schemas.microsoft.com/office/drawing/2014/main" id="{DC934F9A-9D53-6D07-744F-39B5F802F3B5}"/>
              </a:ext>
            </a:extLst>
          </p:cNvPr>
          <p:cNvSpPr/>
          <p:nvPr/>
        </p:nvSpPr>
        <p:spPr>
          <a:xfrm>
            <a:off x="3411338" y="3432674"/>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249" name="Rectangle: Rounded Corners 248">
            <a:extLst>
              <a:ext uri="{FF2B5EF4-FFF2-40B4-BE49-F238E27FC236}">
                <a16:creationId xmlns:a16="http://schemas.microsoft.com/office/drawing/2014/main" id="{0ED233A8-7733-52E7-D944-C12428C1C008}"/>
              </a:ext>
            </a:extLst>
          </p:cNvPr>
          <p:cNvSpPr/>
          <p:nvPr/>
        </p:nvSpPr>
        <p:spPr>
          <a:xfrm>
            <a:off x="3411338" y="4195624"/>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250" name="Rectangle 249">
            <a:extLst>
              <a:ext uri="{FF2B5EF4-FFF2-40B4-BE49-F238E27FC236}">
                <a16:creationId xmlns:a16="http://schemas.microsoft.com/office/drawing/2014/main" id="{2BB3E015-C6B4-78A5-4ED1-E22CE6491D03}"/>
              </a:ext>
            </a:extLst>
          </p:cNvPr>
          <p:cNvSpPr/>
          <p:nvPr/>
        </p:nvSpPr>
        <p:spPr>
          <a:xfrm>
            <a:off x="3124328" y="3387764"/>
            <a:ext cx="18000" cy="1115207"/>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51" name="Rectangle 250">
            <a:extLst>
              <a:ext uri="{FF2B5EF4-FFF2-40B4-BE49-F238E27FC236}">
                <a16:creationId xmlns:a16="http://schemas.microsoft.com/office/drawing/2014/main" id="{09E3492C-403D-898A-FFCA-0166248DC7BE}"/>
              </a:ext>
            </a:extLst>
          </p:cNvPr>
          <p:cNvSpPr/>
          <p:nvPr/>
        </p:nvSpPr>
        <p:spPr>
          <a:xfrm>
            <a:off x="1491937" y="3387764"/>
            <a:ext cx="18000" cy="1115207"/>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53" name="Rectangle 252">
            <a:extLst>
              <a:ext uri="{FF2B5EF4-FFF2-40B4-BE49-F238E27FC236}">
                <a16:creationId xmlns:a16="http://schemas.microsoft.com/office/drawing/2014/main" id="{C833994B-6D36-038E-FB27-CE913D0B3321}"/>
              </a:ext>
            </a:extLst>
          </p:cNvPr>
          <p:cNvSpPr/>
          <p:nvPr/>
        </p:nvSpPr>
        <p:spPr>
          <a:xfrm>
            <a:off x="4028513" y="3445448"/>
            <a:ext cx="798935" cy="99596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endParaRPr>
          </a:p>
        </p:txBody>
      </p:sp>
      <p:sp>
        <p:nvSpPr>
          <p:cNvPr id="256" name="Rectangle 255">
            <a:extLst>
              <a:ext uri="{FF2B5EF4-FFF2-40B4-BE49-F238E27FC236}">
                <a16:creationId xmlns:a16="http://schemas.microsoft.com/office/drawing/2014/main" id="{E11E315D-C0AC-8595-4117-E6A2CD4B62BF}"/>
              </a:ext>
            </a:extLst>
          </p:cNvPr>
          <p:cNvSpPr/>
          <p:nvPr/>
        </p:nvSpPr>
        <p:spPr>
          <a:xfrm>
            <a:off x="4076169" y="3672874"/>
            <a:ext cx="691461" cy="53061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Help</a:t>
            </a:r>
            <a:endParaRPr lang="en-NL" dirty="0">
              <a:solidFill>
                <a:schemeClr val="tx1"/>
              </a:solidFill>
            </a:endParaRPr>
          </a:p>
        </p:txBody>
      </p:sp>
      <p:sp>
        <p:nvSpPr>
          <p:cNvPr id="257" name="Rectangle: Rounded Corners 256">
            <a:extLst>
              <a:ext uri="{FF2B5EF4-FFF2-40B4-BE49-F238E27FC236}">
                <a16:creationId xmlns:a16="http://schemas.microsoft.com/office/drawing/2014/main" id="{67252695-FDC7-C83A-D883-9FFC99691B72}"/>
              </a:ext>
            </a:extLst>
          </p:cNvPr>
          <p:cNvSpPr/>
          <p:nvPr/>
        </p:nvSpPr>
        <p:spPr>
          <a:xfrm>
            <a:off x="4280611" y="3439857"/>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258" name="Rectangle: Rounded Corners 257">
            <a:extLst>
              <a:ext uri="{FF2B5EF4-FFF2-40B4-BE49-F238E27FC236}">
                <a16:creationId xmlns:a16="http://schemas.microsoft.com/office/drawing/2014/main" id="{90787DF9-D6E3-7F8D-47D6-9746205F50FD}"/>
              </a:ext>
            </a:extLst>
          </p:cNvPr>
          <p:cNvSpPr/>
          <p:nvPr/>
        </p:nvSpPr>
        <p:spPr>
          <a:xfrm>
            <a:off x="4280611" y="4202807"/>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259" name="Rectangle 258">
            <a:extLst>
              <a:ext uri="{FF2B5EF4-FFF2-40B4-BE49-F238E27FC236}">
                <a16:creationId xmlns:a16="http://schemas.microsoft.com/office/drawing/2014/main" id="{43224F30-4DDF-45C2-C080-7F1E1C82111B}"/>
              </a:ext>
            </a:extLst>
          </p:cNvPr>
          <p:cNvSpPr/>
          <p:nvPr/>
        </p:nvSpPr>
        <p:spPr>
          <a:xfrm>
            <a:off x="3979073" y="3394913"/>
            <a:ext cx="18000" cy="1115207"/>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60" name="Rectangle 259">
            <a:extLst>
              <a:ext uri="{FF2B5EF4-FFF2-40B4-BE49-F238E27FC236}">
                <a16:creationId xmlns:a16="http://schemas.microsoft.com/office/drawing/2014/main" id="{9B865217-30FC-FF04-EE39-B922A9F72B62}"/>
              </a:ext>
            </a:extLst>
          </p:cNvPr>
          <p:cNvSpPr/>
          <p:nvPr/>
        </p:nvSpPr>
        <p:spPr>
          <a:xfrm>
            <a:off x="326732" y="4549185"/>
            <a:ext cx="5164590" cy="1101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i="1" dirty="0"/>
              <a:t>shadow bar</a:t>
            </a:r>
            <a:endParaRPr lang="en-NL" sz="600" i="1" dirty="0"/>
          </a:p>
        </p:txBody>
      </p:sp>
      <p:sp>
        <p:nvSpPr>
          <p:cNvPr id="373" name="Rectangle: Rounded Corners 372">
            <a:extLst>
              <a:ext uri="{FF2B5EF4-FFF2-40B4-BE49-F238E27FC236}">
                <a16:creationId xmlns:a16="http://schemas.microsoft.com/office/drawing/2014/main" id="{58F5DCE0-77AB-C7B2-6BF1-91D4A87FF209}"/>
              </a:ext>
            </a:extLst>
          </p:cNvPr>
          <p:cNvSpPr/>
          <p:nvPr/>
        </p:nvSpPr>
        <p:spPr>
          <a:xfrm>
            <a:off x="4834286" y="4225659"/>
            <a:ext cx="144007" cy="177800"/>
          </a:xfrm>
          <a:prstGeom prst="roundRect">
            <a:avLst/>
          </a:prstGeom>
          <a:solidFill>
            <a:srgbClr val="F9E7F7"/>
          </a:solid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600" dirty="0">
              <a:solidFill>
                <a:schemeClr val="accent5">
                  <a:lumMod val="60000"/>
                  <a:lumOff val="40000"/>
                </a:schemeClr>
              </a:solidFill>
            </a:endParaRPr>
          </a:p>
        </p:txBody>
      </p:sp>
      <p:sp>
        <p:nvSpPr>
          <p:cNvPr id="374" name="Speech Bubble: Rectangle with Corners Rounded 373">
            <a:extLst>
              <a:ext uri="{FF2B5EF4-FFF2-40B4-BE49-F238E27FC236}">
                <a16:creationId xmlns:a16="http://schemas.microsoft.com/office/drawing/2014/main" id="{D623B64E-9901-7904-DCDD-17A61C15B994}"/>
              </a:ext>
            </a:extLst>
          </p:cNvPr>
          <p:cNvSpPr/>
          <p:nvPr/>
        </p:nvSpPr>
        <p:spPr>
          <a:xfrm>
            <a:off x="6072431" y="3010548"/>
            <a:ext cx="1998008" cy="434900"/>
          </a:xfrm>
          <a:prstGeom prst="wedgeRoundRectCallout">
            <a:avLst>
              <a:gd name="adj1" fmla="val -154010"/>
              <a:gd name="adj2" fmla="val 45803"/>
              <a:gd name="adj3" fmla="val 16667"/>
            </a:avLst>
          </a:prstGeom>
          <a:solidFill>
            <a:srgbClr val="F2CFEE">
              <a:alpha val="50196"/>
            </a:srgbClr>
          </a:solidFill>
          <a:ln>
            <a:solidFill>
              <a:srgbClr val="A02B93">
                <a:alpha val="50196"/>
              </a:srgb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900" dirty="0">
                <a:solidFill>
                  <a:srgbClr val="A02B93"/>
                </a:solidFill>
              </a:rPr>
              <a:t>when the bar gets to zero dynamic padding the vertical separator bars appear</a:t>
            </a:r>
            <a:endParaRPr lang="en-NL" sz="900" dirty="0">
              <a:solidFill>
                <a:srgbClr val="A02B93"/>
              </a:solidFill>
            </a:endParaRPr>
          </a:p>
        </p:txBody>
      </p:sp>
      <p:sp>
        <p:nvSpPr>
          <p:cNvPr id="408" name="Speech Bubble: Rectangle with Corners Rounded 407">
            <a:extLst>
              <a:ext uri="{FF2B5EF4-FFF2-40B4-BE49-F238E27FC236}">
                <a16:creationId xmlns:a16="http://schemas.microsoft.com/office/drawing/2014/main" id="{295FE38B-FF89-BAD1-0157-734927118237}"/>
              </a:ext>
            </a:extLst>
          </p:cNvPr>
          <p:cNvSpPr/>
          <p:nvPr/>
        </p:nvSpPr>
        <p:spPr>
          <a:xfrm>
            <a:off x="4827448" y="5535067"/>
            <a:ext cx="1998008" cy="637134"/>
          </a:xfrm>
          <a:prstGeom prst="wedgeRoundRectCallout">
            <a:avLst>
              <a:gd name="adj1" fmla="val -197868"/>
              <a:gd name="adj2" fmla="val -5477"/>
              <a:gd name="adj3" fmla="val 16667"/>
            </a:avLst>
          </a:prstGeom>
          <a:solidFill>
            <a:srgbClr val="F2CFEE">
              <a:alpha val="50196"/>
            </a:srgbClr>
          </a:solidFill>
          <a:ln>
            <a:solidFill>
              <a:srgbClr val="A02B93">
                <a:alpha val="50196"/>
              </a:srgb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900" dirty="0">
                <a:solidFill>
                  <a:srgbClr val="A02B93"/>
                </a:solidFill>
              </a:rPr>
              <a:t>in TRUNCATE mode, if the bar gets any smaller then items are clipped until they are all as small as the first item</a:t>
            </a:r>
            <a:endParaRPr lang="en-NL" sz="900" dirty="0">
              <a:solidFill>
                <a:srgbClr val="A02B93"/>
              </a:solidFill>
            </a:endParaRPr>
          </a:p>
        </p:txBody>
      </p:sp>
      <p:sp>
        <p:nvSpPr>
          <p:cNvPr id="438" name="Speech Bubble: Rectangle with Corners Rounded 437">
            <a:extLst>
              <a:ext uri="{FF2B5EF4-FFF2-40B4-BE49-F238E27FC236}">
                <a16:creationId xmlns:a16="http://schemas.microsoft.com/office/drawing/2014/main" id="{B075AC42-5154-CE20-AD29-504BBB372B96}"/>
              </a:ext>
            </a:extLst>
          </p:cNvPr>
          <p:cNvSpPr/>
          <p:nvPr/>
        </p:nvSpPr>
        <p:spPr>
          <a:xfrm>
            <a:off x="4845432" y="7096715"/>
            <a:ext cx="2228468" cy="913447"/>
          </a:xfrm>
          <a:prstGeom prst="wedgeRoundRectCallout">
            <a:avLst>
              <a:gd name="adj1" fmla="val -124014"/>
              <a:gd name="adj2" fmla="val -17875"/>
              <a:gd name="adj3" fmla="val 16667"/>
            </a:avLst>
          </a:prstGeom>
          <a:solidFill>
            <a:srgbClr val="F2CFEE">
              <a:alpha val="50196"/>
            </a:srgbClr>
          </a:solidFill>
          <a:ln>
            <a:solidFill>
              <a:srgbClr val="A02B93">
                <a:alpha val="50196"/>
              </a:srgb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900" dirty="0">
                <a:solidFill>
                  <a:srgbClr val="A02B93"/>
                </a:solidFill>
              </a:rPr>
              <a:t>if the bar gets to the point where it cannot accommodate all the (possibly truncated) items the right-aligned </a:t>
            </a:r>
            <a:r>
              <a:rPr lang="en-US" sz="900" b="1" dirty="0">
                <a:solidFill>
                  <a:srgbClr val="A02B93"/>
                </a:solidFill>
              </a:rPr>
              <a:t>ellipsis</a:t>
            </a:r>
            <a:r>
              <a:rPr lang="en-US" sz="900" dirty="0">
                <a:solidFill>
                  <a:srgbClr val="A02B93"/>
                </a:solidFill>
              </a:rPr>
              <a:t> menu item is shown and items which no longer fit are removed (and appear in the dropdown of the ellipsis menu)</a:t>
            </a:r>
            <a:endParaRPr lang="en-NL" sz="900" b="1" dirty="0">
              <a:solidFill>
                <a:srgbClr val="A02B93"/>
              </a:solidFill>
            </a:endParaRPr>
          </a:p>
        </p:txBody>
      </p:sp>
      <p:sp>
        <p:nvSpPr>
          <p:cNvPr id="439" name="Speech Bubble: Oval 438">
            <a:extLst>
              <a:ext uri="{FF2B5EF4-FFF2-40B4-BE49-F238E27FC236}">
                <a16:creationId xmlns:a16="http://schemas.microsoft.com/office/drawing/2014/main" id="{73786DE8-BD85-A211-3D93-8E45DF36ECE1}"/>
              </a:ext>
            </a:extLst>
          </p:cNvPr>
          <p:cNvSpPr/>
          <p:nvPr/>
        </p:nvSpPr>
        <p:spPr>
          <a:xfrm>
            <a:off x="121441" y="7743"/>
            <a:ext cx="764993" cy="221183"/>
          </a:xfrm>
          <a:prstGeom prst="wedgeEllipseCallout">
            <a:avLst>
              <a:gd name="adj1" fmla="val -16849"/>
              <a:gd name="adj2" fmla="val 272652"/>
            </a:avLst>
          </a:prstGeom>
        </p:spPr>
        <p:style>
          <a:lnRef idx="1">
            <a:schemeClr val="accent6"/>
          </a:lnRef>
          <a:fillRef idx="2">
            <a:schemeClr val="accent6"/>
          </a:fillRef>
          <a:effectRef idx="1">
            <a:schemeClr val="accent6"/>
          </a:effectRef>
          <a:fontRef idx="minor">
            <a:schemeClr val="dk1"/>
          </a:fontRef>
        </p:style>
        <p:txBody>
          <a:bodyPr lIns="0" tIns="0" rIns="0" bIns="0" rtlCol="0" anchor="ctr"/>
          <a:lstStyle/>
          <a:p>
            <a:pPr algn="ctr"/>
            <a:r>
              <a:rPr lang="en-US" sz="600" dirty="0"/>
              <a:t>standard </a:t>
            </a:r>
            <a:r>
              <a:rPr lang="en-US" sz="600" dirty="0" err="1"/>
              <a:t>menubar</a:t>
            </a:r>
            <a:endParaRPr lang="en-NL" sz="600" dirty="0"/>
          </a:p>
        </p:txBody>
      </p:sp>
      <p:sp>
        <p:nvSpPr>
          <p:cNvPr id="440" name="Speech Bubble: Oval 439">
            <a:extLst>
              <a:ext uri="{FF2B5EF4-FFF2-40B4-BE49-F238E27FC236}">
                <a16:creationId xmlns:a16="http://schemas.microsoft.com/office/drawing/2014/main" id="{3377DBD5-B24D-31E7-DFE9-46C078FC14B1}"/>
              </a:ext>
            </a:extLst>
          </p:cNvPr>
          <p:cNvSpPr/>
          <p:nvPr/>
        </p:nvSpPr>
        <p:spPr>
          <a:xfrm>
            <a:off x="562594" y="288086"/>
            <a:ext cx="764993" cy="221183"/>
          </a:xfrm>
          <a:prstGeom prst="wedgeEllipseCallout">
            <a:avLst>
              <a:gd name="adj1" fmla="val -14857"/>
              <a:gd name="adj2" fmla="val 217530"/>
            </a:avLst>
          </a:prstGeom>
        </p:spPr>
        <p:style>
          <a:lnRef idx="1">
            <a:schemeClr val="accent6"/>
          </a:lnRef>
          <a:fillRef idx="2">
            <a:schemeClr val="accent6"/>
          </a:fillRef>
          <a:effectRef idx="1">
            <a:schemeClr val="accent6"/>
          </a:effectRef>
          <a:fontRef idx="minor">
            <a:schemeClr val="dk1"/>
          </a:fontRef>
        </p:style>
        <p:txBody>
          <a:bodyPr lIns="0" tIns="0" rIns="0" bIns="0" rtlCol="0" anchor="ctr"/>
          <a:lstStyle/>
          <a:p>
            <a:pPr algn="ctr"/>
            <a:r>
              <a:rPr lang="en-US" sz="600" dirty="0" err="1"/>
              <a:t>menutray</a:t>
            </a:r>
            <a:endParaRPr lang="en-NL" sz="600" dirty="0"/>
          </a:p>
        </p:txBody>
      </p:sp>
      <p:sp>
        <p:nvSpPr>
          <p:cNvPr id="441" name="Speech Bubble: Oval 440">
            <a:extLst>
              <a:ext uri="{FF2B5EF4-FFF2-40B4-BE49-F238E27FC236}">
                <a16:creationId xmlns:a16="http://schemas.microsoft.com/office/drawing/2014/main" id="{328C032B-0B1D-DEE6-16C2-B85E367C5026}"/>
              </a:ext>
            </a:extLst>
          </p:cNvPr>
          <p:cNvSpPr/>
          <p:nvPr/>
        </p:nvSpPr>
        <p:spPr>
          <a:xfrm>
            <a:off x="733319" y="2826293"/>
            <a:ext cx="764993" cy="221183"/>
          </a:xfrm>
          <a:prstGeom prst="wedgeEllipseCallout">
            <a:avLst>
              <a:gd name="adj1" fmla="val -14857"/>
              <a:gd name="adj2" fmla="val 217530"/>
            </a:avLst>
          </a:prstGeom>
        </p:spPr>
        <p:style>
          <a:lnRef idx="1">
            <a:schemeClr val="accent6"/>
          </a:lnRef>
          <a:fillRef idx="2">
            <a:schemeClr val="accent6"/>
          </a:fillRef>
          <a:effectRef idx="1">
            <a:schemeClr val="accent6"/>
          </a:effectRef>
          <a:fontRef idx="minor">
            <a:schemeClr val="dk1"/>
          </a:fontRef>
        </p:style>
        <p:txBody>
          <a:bodyPr lIns="0" tIns="0" rIns="0" bIns="0" rtlCol="0" anchor="ctr"/>
          <a:lstStyle/>
          <a:p>
            <a:pPr algn="ctr"/>
            <a:r>
              <a:rPr lang="en-US" sz="600" dirty="0" err="1"/>
              <a:t>menuitem</a:t>
            </a:r>
            <a:endParaRPr lang="en-NL" sz="600" dirty="0"/>
          </a:p>
        </p:txBody>
      </p:sp>
      <p:sp>
        <p:nvSpPr>
          <p:cNvPr id="442" name="Speech Bubble: Oval 441">
            <a:extLst>
              <a:ext uri="{FF2B5EF4-FFF2-40B4-BE49-F238E27FC236}">
                <a16:creationId xmlns:a16="http://schemas.microsoft.com/office/drawing/2014/main" id="{52900101-7786-CB21-178A-B43A86A452C3}"/>
              </a:ext>
            </a:extLst>
          </p:cNvPr>
          <p:cNvSpPr/>
          <p:nvPr/>
        </p:nvSpPr>
        <p:spPr>
          <a:xfrm>
            <a:off x="1645532" y="2815756"/>
            <a:ext cx="764993" cy="221183"/>
          </a:xfrm>
          <a:prstGeom prst="wedgeEllipseCallout">
            <a:avLst>
              <a:gd name="adj1" fmla="val -13861"/>
              <a:gd name="adj2" fmla="val 338109"/>
            </a:avLst>
          </a:prstGeom>
        </p:spPr>
        <p:style>
          <a:lnRef idx="1">
            <a:schemeClr val="accent6"/>
          </a:lnRef>
          <a:fillRef idx="2">
            <a:schemeClr val="accent6"/>
          </a:fillRef>
          <a:effectRef idx="1">
            <a:schemeClr val="accent6"/>
          </a:effectRef>
          <a:fontRef idx="minor">
            <a:schemeClr val="dk1"/>
          </a:fontRef>
        </p:style>
        <p:txBody>
          <a:bodyPr lIns="0" tIns="0" rIns="0" bIns="0" rtlCol="0" anchor="ctr"/>
          <a:lstStyle/>
          <a:p>
            <a:pPr algn="ctr"/>
            <a:r>
              <a:rPr lang="en-US" sz="600" dirty="0" err="1"/>
              <a:t>menutext</a:t>
            </a:r>
            <a:endParaRPr lang="en-NL" sz="600" dirty="0"/>
          </a:p>
        </p:txBody>
      </p:sp>
      <p:sp>
        <p:nvSpPr>
          <p:cNvPr id="443" name="Rectangle: Top Corners Rounded 442">
            <a:extLst>
              <a:ext uri="{FF2B5EF4-FFF2-40B4-BE49-F238E27FC236}">
                <a16:creationId xmlns:a16="http://schemas.microsoft.com/office/drawing/2014/main" id="{CF00D7C2-4070-6781-AF58-B57412BAE6E9}"/>
              </a:ext>
            </a:extLst>
          </p:cNvPr>
          <p:cNvSpPr/>
          <p:nvPr/>
        </p:nvSpPr>
        <p:spPr>
          <a:xfrm rot="10800000">
            <a:off x="1221759" y="1732193"/>
            <a:ext cx="576356" cy="51063"/>
          </a:xfrm>
          <a:prstGeom prst="round2Same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a:p>
        </p:txBody>
      </p:sp>
      <p:sp>
        <p:nvSpPr>
          <p:cNvPr id="444" name="Rectangle: Top Corners Rounded 443">
            <a:extLst>
              <a:ext uri="{FF2B5EF4-FFF2-40B4-BE49-F238E27FC236}">
                <a16:creationId xmlns:a16="http://schemas.microsoft.com/office/drawing/2014/main" id="{3DBAB910-1BFC-FFCC-559B-A0163235688C}"/>
              </a:ext>
            </a:extLst>
          </p:cNvPr>
          <p:cNvSpPr/>
          <p:nvPr/>
        </p:nvSpPr>
        <p:spPr>
          <a:xfrm rot="10800000">
            <a:off x="4950142" y="1727593"/>
            <a:ext cx="685641" cy="45719"/>
          </a:xfrm>
          <a:prstGeom prst="round2Same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a:p>
        </p:txBody>
      </p:sp>
      <p:sp>
        <p:nvSpPr>
          <p:cNvPr id="445" name="Rectangle: Top Corners Rounded 444">
            <a:extLst>
              <a:ext uri="{FF2B5EF4-FFF2-40B4-BE49-F238E27FC236}">
                <a16:creationId xmlns:a16="http://schemas.microsoft.com/office/drawing/2014/main" id="{F3009A39-5C7E-978F-1180-EAEF98692B4E}"/>
              </a:ext>
            </a:extLst>
          </p:cNvPr>
          <p:cNvSpPr/>
          <p:nvPr/>
        </p:nvSpPr>
        <p:spPr>
          <a:xfrm rot="10800000">
            <a:off x="6482546" y="1724145"/>
            <a:ext cx="691336" cy="52859"/>
          </a:xfrm>
          <a:prstGeom prst="round2Same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a:p>
        </p:txBody>
      </p:sp>
      <p:sp>
        <p:nvSpPr>
          <p:cNvPr id="447" name="Rectangle: Top Corners Rounded 446">
            <a:extLst>
              <a:ext uri="{FF2B5EF4-FFF2-40B4-BE49-F238E27FC236}">
                <a16:creationId xmlns:a16="http://schemas.microsoft.com/office/drawing/2014/main" id="{53FF462D-309D-8741-79B5-3B5B53F1B154}"/>
              </a:ext>
            </a:extLst>
          </p:cNvPr>
          <p:cNvSpPr/>
          <p:nvPr/>
        </p:nvSpPr>
        <p:spPr>
          <a:xfrm rot="10800000">
            <a:off x="1541023" y="4235425"/>
            <a:ext cx="1578271" cy="45719"/>
          </a:xfrm>
          <a:prstGeom prst="round2SameRect">
            <a:avLst/>
          </a:prstGeom>
          <a:solidFill>
            <a:schemeClr val="tx2">
              <a:lumMod val="10000"/>
              <a:lumOff val="90000"/>
            </a:schemeClr>
          </a:solidFill>
          <a:ln>
            <a:prstDash val="sysDash"/>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a:p>
        </p:txBody>
      </p:sp>
      <p:sp>
        <p:nvSpPr>
          <p:cNvPr id="448" name="Rectangle: Top Corners Rounded 447">
            <a:extLst>
              <a:ext uri="{FF2B5EF4-FFF2-40B4-BE49-F238E27FC236}">
                <a16:creationId xmlns:a16="http://schemas.microsoft.com/office/drawing/2014/main" id="{8C6F5CD3-4806-A513-235E-EEC07C542410}"/>
              </a:ext>
            </a:extLst>
          </p:cNvPr>
          <p:cNvSpPr/>
          <p:nvPr/>
        </p:nvSpPr>
        <p:spPr>
          <a:xfrm rot="10800000">
            <a:off x="859352" y="4228072"/>
            <a:ext cx="576356" cy="51063"/>
          </a:xfrm>
          <a:prstGeom prst="round2Same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a:p>
        </p:txBody>
      </p:sp>
      <p:sp>
        <p:nvSpPr>
          <p:cNvPr id="449" name="Rectangle: Top Corners Rounded 448">
            <a:extLst>
              <a:ext uri="{FF2B5EF4-FFF2-40B4-BE49-F238E27FC236}">
                <a16:creationId xmlns:a16="http://schemas.microsoft.com/office/drawing/2014/main" id="{AD3B40EC-C389-2360-52CA-3A1B76645472}"/>
              </a:ext>
            </a:extLst>
          </p:cNvPr>
          <p:cNvSpPr/>
          <p:nvPr/>
        </p:nvSpPr>
        <p:spPr>
          <a:xfrm rot="10800000">
            <a:off x="3224315" y="4229211"/>
            <a:ext cx="685641" cy="45719"/>
          </a:xfrm>
          <a:prstGeom prst="round2Same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a:p>
        </p:txBody>
      </p:sp>
      <p:sp>
        <p:nvSpPr>
          <p:cNvPr id="450" name="Rectangle: Top Corners Rounded 449">
            <a:extLst>
              <a:ext uri="{FF2B5EF4-FFF2-40B4-BE49-F238E27FC236}">
                <a16:creationId xmlns:a16="http://schemas.microsoft.com/office/drawing/2014/main" id="{D1F1605A-925B-4E6A-2E55-07DB2176D784}"/>
              </a:ext>
            </a:extLst>
          </p:cNvPr>
          <p:cNvSpPr/>
          <p:nvPr/>
        </p:nvSpPr>
        <p:spPr>
          <a:xfrm rot="10800000">
            <a:off x="4083058" y="4237770"/>
            <a:ext cx="691336" cy="52859"/>
          </a:xfrm>
          <a:prstGeom prst="round2Same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a:p>
        </p:txBody>
      </p:sp>
      <p:sp>
        <p:nvSpPr>
          <p:cNvPr id="451" name="Speech Bubble: Oval 450">
            <a:extLst>
              <a:ext uri="{FF2B5EF4-FFF2-40B4-BE49-F238E27FC236}">
                <a16:creationId xmlns:a16="http://schemas.microsoft.com/office/drawing/2014/main" id="{18948649-8E5B-E25E-3F64-75975F55A50F}"/>
              </a:ext>
            </a:extLst>
          </p:cNvPr>
          <p:cNvSpPr/>
          <p:nvPr/>
        </p:nvSpPr>
        <p:spPr>
          <a:xfrm>
            <a:off x="1118440" y="2442870"/>
            <a:ext cx="764993" cy="221183"/>
          </a:xfrm>
          <a:prstGeom prst="wedgeEllipseCallout">
            <a:avLst>
              <a:gd name="adj1" fmla="val 25983"/>
              <a:gd name="adj2" fmla="val -336559"/>
            </a:avLst>
          </a:prstGeom>
        </p:spPr>
        <p:style>
          <a:lnRef idx="1">
            <a:schemeClr val="accent6"/>
          </a:lnRef>
          <a:fillRef idx="2">
            <a:schemeClr val="accent6"/>
          </a:fillRef>
          <a:effectRef idx="1">
            <a:schemeClr val="accent6"/>
          </a:effectRef>
          <a:fontRef idx="minor">
            <a:schemeClr val="dk1"/>
          </a:fontRef>
        </p:style>
        <p:txBody>
          <a:bodyPr lIns="0" tIns="0" rIns="0" bIns="0" rtlCol="0" anchor="ctr"/>
          <a:lstStyle/>
          <a:p>
            <a:pPr algn="ctr"/>
            <a:r>
              <a:rPr lang="en-US" sz="600" dirty="0"/>
              <a:t>active indicator</a:t>
            </a:r>
            <a:endParaRPr lang="en-NL" sz="600" dirty="0"/>
          </a:p>
        </p:txBody>
      </p:sp>
      <p:sp>
        <p:nvSpPr>
          <p:cNvPr id="452" name="Speech Bubble: Oval 451">
            <a:extLst>
              <a:ext uri="{FF2B5EF4-FFF2-40B4-BE49-F238E27FC236}">
                <a16:creationId xmlns:a16="http://schemas.microsoft.com/office/drawing/2014/main" id="{29FC221E-1F26-62BD-3F87-8B9D439365C1}"/>
              </a:ext>
            </a:extLst>
          </p:cNvPr>
          <p:cNvSpPr/>
          <p:nvPr/>
        </p:nvSpPr>
        <p:spPr>
          <a:xfrm>
            <a:off x="3842082" y="205605"/>
            <a:ext cx="764993" cy="221183"/>
          </a:xfrm>
          <a:prstGeom prst="wedgeEllipseCallout">
            <a:avLst>
              <a:gd name="adj1" fmla="val -34612"/>
              <a:gd name="adj2" fmla="val 651040"/>
            </a:avLst>
          </a:prstGeom>
        </p:spPr>
        <p:style>
          <a:lnRef idx="1">
            <a:schemeClr val="accent6"/>
          </a:lnRef>
          <a:fillRef idx="2">
            <a:schemeClr val="accent6"/>
          </a:fillRef>
          <a:effectRef idx="1">
            <a:schemeClr val="accent6"/>
          </a:effectRef>
          <a:fontRef idx="minor">
            <a:schemeClr val="dk1"/>
          </a:fontRef>
        </p:style>
        <p:txBody>
          <a:bodyPr lIns="0" tIns="0" rIns="0" bIns="0" rtlCol="0" anchor="ctr"/>
          <a:lstStyle/>
          <a:p>
            <a:pPr algn="ctr"/>
            <a:r>
              <a:rPr lang="en-US" sz="600" dirty="0"/>
              <a:t>hover indicator</a:t>
            </a:r>
            <a:endParaRPr lang="en-NL" sz="600" dirty="0"/>
          </a:p>
        </p:txBody>
      </p:sp>
      <p:sp>
        <p:nvSpPr>
          <p:cNvPr id="453" name="Rectangle 452">
            <a:extLst>
              <a:ext uri="{FF2B5EF4-FFF2-40B4-BE49-F238E27FC236}">
                <a16:creationId xmlns:a16="http://schemas.microsoft.com/office/drawing/2014/main" id="{AFD5F4A6-89EC-5EEB-A99B-EC4437BFB0FD}"/>
              </a:ext>
            </a:extLst>
          </p:cNvPr>
          <p:cNvSpPr/>
          <p:nvPr/>
        </p:nvSpPr>
        <p:spPr>
          <a:xfrm>
            <a:off x="788398" y="5105983"/>
            <a:ext cx="3287771" cy="11152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chemeClr val="tx1"/>
              </a:solidFill>
            </a:endParaRPr>
          </a:p>
        </p:txBody>
      </p:sp>
      <p:sp>
        <p:nvSpPr>
          <p:cNvPr id="454" name="Rectangle 453">
            <a:extLst>
              <a:ext uri="{FF2B5EF4-FFF2-40B4-BE49-F238E27FC236}">
                <a16:creationId xmlns:a16="http://schemas.microsoft.com/office/drawing/2014/main" id="{5E2FF3D7-97C3-5E65-402F-4B604DDD01B3}"/>
              </a:ext>
            </a:extLst>
          </p:cNvPr>
          <p:cNvSpPr/>
          <p:nvPr/>
        </p:nvSpPr>
        <p:spPr>
          <a:xfrm>
            <a:off x="837162" y="5145542"/>
            <a:ext cx="637829" cy="99596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endParaRPr>
          </a:p>
        </p:txBody>
      </p:sp>
      <p:sp>
        <p:nvSpPr>
          <p:cNvPr id="455" name="Rectangle 454">
            <a:extLst>
              <a:ext uri="{FF2B5EF4-FFF2-40B4-BE49-F238E27FC236}">
                <a16:creationId xmlns:a16="http://schemas.microsoft.com/office/drawing/2014/main" id="{16EDA91B-367D-716D-3331-E91B68279D41}"/>
              </a:ext>
            </a:extLst>
          </p:cNvPr>
          <p:cNvSpPr/>
          <p:nvPr/>
        </p:nvSpPr>
        <p:spPr>
          <a:xfrm>
            <a:off x="1526881" y="5153001"/>
            <a:ext cx="664762" cy="99596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endParaRPr>
          </a:p>
        </p:txBody>
      </p:sp>
      <p:sp>
        <p:nvSpPr>
          <p:cNvPr id="456" name="Rectangle: Rounded Corners 455">
            <a:extLst>
              <a:ext uri="{FF2B5EF4-FFF2-40B4-BE49-F238E27FC236}">
                <a16:creationId xmlns:a16="http://schemas.microsoft.com/office/drawing/2014/main" id="{E684C628-6E9A-3B89-164E-FC10C62F6D8D}"/>
              </a:ext>
            </a:extLst>
          </p:cNvPr>
          <p:cNvSpPr/>
          <p:nvPr/>
        </p:nvSpPr>
        <p:spPr>
          <a:xfrm>
            <a:off x="326730" y="5938376"/>
            <a:ext cx="461667" cy="17780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accent5">
                    <a:lumMod val="40000"/>
                    <a:lumOff val="60000"/>
                  </a:schemeClr>
                </a:solidFill>
              </a:rPr>
              <a:t>left-pad</a:t>
            </a:r>
            <a:endParaRPr lang="en-NL" sz="600" dirty="0">
              <a:solidFill>
                <a:schemeClr val="accent5">
                  <a:lumMod val="40000"/>
                  <a:lumOff val="60000"/>
                </a:schemeClr>
              </a:solidFill>
            </a:endParaRPr>
          </a:p>
        </p:txBody>
      </p:sp>
      <p:sp>
        <p:nvSpPr>
          <p:cNvPr id="457" name="Rectangle 456">
            <a:extLst>
              <a:ext uri="{FF2B5EF4-FFF2-40B4-BE49-F238E27FC236}">
                <a16:creationId xmlns:a16="http://schemas.microsoft.com/office/drawing/2014/main" id="{120AFB02-EDA1-08F7-6AE4-BD0E21CD9A19}"/>
              </a:ext>
            </a:extLst>
          </p:cNvPr>
          <p:cNvSpPr/>
          <p:nvPr/>
        </p:nvSpPr>
        <p:spPr>
          <a:xfrm>
            <a:off x="886433" y="5376428"/>
            <a:ext cx="549274" cy="53061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File</a:t>
            </a:r>
            <a:endParaRPr lang="en-NL" dirty="0">
              <a:solidFill>
                <a:schemeClr val="tx1"/>
              </a:solidFill>
            </a:endParaRPr>
          </a:p>
        </p:txBody>
      </p:sp>
      <p:sp>
        <p:nvSpPr>
          <p:cNvPr id="458" name="Rectangle: Rounded Corners 457">
            <a:extLst>
              <a:ext uri="{FF2B5EF4-FFF2-40B4-BE49-F238E27FC236}">
                <a16:creationId xmlns:a16="http://schemas.microsoft.com/office/drawing/2014/main" id="{B7513362-9EE2-8AF6-75EE-4941E8829BBC}"/>
              </a:ext>
            </a:extLst>
          </p:cNvPr>
          <p:cNvSpPr/>
          <p:nvPr/>
        </p:nvSpPr>
        <p:spPr>
          <a:xfrm>
            <a:off x="1035840" y="5897074"/>
            <a:ext cx="238609" cy="247895"/>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459" name="Rectangle: Rounded Corners 458">
            <a:extLst>
              <a:ext uri="{FF2B5EF4-FFF2-40B4-BE49-F238E27FC236}">
                <a16:creationId xmlns:a16="http://schemas.microsoft.com/office/drawing/2014/main" id="{1BC6391E-C1C8-528C-FFB2-112F85C5B94B}"/>
              </a:ext>
            </a:extLst>
          </p:cNvPr>
          <p:cNvSpPr/>
          <p:nvPr/>
        </p:nvSpPr>
        <p:spPr>
          <a:xfrm>
            <a:off x="1035840" y="5152211"/>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460" name="Rectangle: Rounded Corners 459">
            <a:extLst>
              <a:ext uri="{FF2B5EF4-FFF2-40B4-BE49-F238E27FC236}">
                <a16:creationId xmlns:a16="http://schemas.microsoft.com/office/drawing/2014/main" id="{73885666-D2D0-947E-9F98-0388ABA2223C}"/>
              </a:ext>
            </a:extLst>
          </p:cNvPr>
          <p:cNvSpPr/>
          <p:nvPr/>
        </p:nvSpPr>
        <p:spPr>
          <a:xfrm>
            <a:off x="4090109" y="5942356"/>
            <a:ext cx="482210" cy="17780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accent5">
                    <a:lumMod val="40000"/>
                    <a:lumOff val="60000"/>
                  </a:schemeClr>
                </a:solidFill>
              </a:rPr>
              <a:t>right-pad</a:t>
            </a:r>
            <a:endParaRPr lang="en-NL" sz="600" dirty="0">
              <a:solidFill>
                <a:schemeClr val="accent5">
                  <a:lumMod val="40000"/>
                  <a:lumOff val="60000"/>
                </a:schemeClr>
              </a:solidFill>
            </a:endParaRPr>
          </a:p>
        </p:txBody>
      </p:sp>
      <p:sp>
        <p:nvSpPr>
          <p:cNvPr id="461" name="Rectangle 460">
            <a:extLst>
              <a:ext uri="{FF2B5EF4-FFF2-40B4-BE49-F238E27FC236}">
                <a16:creationId xmlns:a16="http://schemas.microsoft.com/office/drawing/2014/main" id="{E54E3A72-BA22-128D-E798-0CBBEB5E4B0F}"/>
              </a:ext>
            </a:extLst>
          </p:cNvPr>
          <p:cNvSpPr/>
          <p:nvPr/>
        </p:nvSpPr>
        <p:spPr>
          <a:xfrm>
            <a:off x="326731" y="4938260"/>
            <a:ext cx="4245588" cy="156791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chemeClr val="tx1"/>
              </a:solidFill>
            </a:endParaRPr>
          </a:p>
        </p:txBody>
      </p:sp>
      <p:sp>
        <p:nvSpPr>
          <p:cNvPr id="462" name="Rectangle: Rounded Corners 461">
            <a:extLst>
              <a:ext uri="{FF2B5EF4-FFF2-40B4-BE49-F238E27FC236}">
                <a16:creationId xmlns:a16="http://schemas.microsoft.com/office/drawing/2014/main" id="{181514B8-DDCD-B6AE-FB96-9251E8C9BEC2}"/>
              </a:ext>
            </a:extLst>
          </p:cNvPr>
          <p:cNvSpPr/>
          <p:nvPr/>
        </p:nvSpPr>
        <p:spPr>
          <a:xfrm>
            <a:off x="2191445" y="4934777"/>
            <a:ext cx="927652" cy="167723"/>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top-pad</a:t>
            </a:r>
            <a:endParaRPr lang="en-NL" sz="600" dirty="0">
              <a:solidFill>
                <a:schemeClr val="accent5">
                  <a:lumMod val="40000"/>
                  <a:lumOff val="60000"/>
                </a:schemeClr>
              </a:solidFill>
            </a:endParaRPr>
          </a:p>
        </p:txBody>
      </p:sp>
      <p:sp>
        <p:nvSpPr>
          <p:cNvPr id="463" name="Rectangle: Rounded Corners 462">
            <a:extLst>
              <a:ext uri="{FF2B5EF4-FFF2-40B4-BE49-F238E27FC236}">
                <a16:creationId xmlns:a16="http://schemas.microsoft.com/office/drawing/2014/main" id="{8C16667D-247C-A6AB-2505-1EB07D86C369}"/>
              </a:ext>
            </a:extLst>
          </p:cNvPr>
          <p:cNvSpPr/>
          <p:nvPr/>
        </p:nvSpPr>
        <p:spPr>
          <a:xfrm>
            <a:off x="2147192" y="6368935"/>
            <a:ext cx="927652" cy="125544"/>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bottom-pad</a:t>
            </a:r>
            <a:endParaRPr lang="en-NL" sz="600" dirty="0">
              <a:solidFill>
                <a:schemeClr val="accent5">
                  <a:lumMod val="40000"/>
                  <a:lumOff val="60000"/>
                </a:schemeClr>
              </a:solidFill>
            </a:endParaRPr>
          </a:p>
        </p:txBody>
      </p:sp>
      <p:sp>
        <p:nvSpPr>
          <p:cNvPr id="464" name="Rectangle 463">
            <a:extLst>
              <a:ext uri="{FF2B5EF4-FFF2-40B4-BE49-F238E27FC236}">
                <a16:creationId xmlns:a16="http://schemas.microsoft.com/office/drawing/2014/main" id="{BF138C9E-45F3-E86A-0991-4D639827ED12}"/>
              </a:ext>
            </a:extLst>
          </p:cNvPr>
          <p:cNvSpPr/>
          <p:nvPr/>
        </p:nvSpPr>
        <p:spPr>
          <a:xfrm>
            <a:off x="1591039" y="5391150"/>
            <a:ext cx="548912" cy="519894"/>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r>
              <a:rPr lang="en-US" dirty="0">
                <a:solidFill>
                  <a:schemeClr val="tx1"/>
                </a:solidFill>
              </a:rPr>
              <a:t>Anim</a:t>
            </a:r>
            <a:endParaRPr lang="en-NL" dirty="0">
              <a:solidFill>
                <a:schemeClr val="tx1"/>
              </a:solidFill>
            </a:endParaRPr>
          </a:p>
        </p:txBody>
      </p:sp>
      <p:sp>
        <p:nvSpPr>
          <p:cNvPr id="465" name="Rectangle: Rounded Corners 464">
            <a:extLst>
              <a:ext uri="{FF2B5EF4-FFF2-40B4-BE49-F238E27FC236}">
                <a16:creationId xmlns:a16="http://schemas.microsoft.com/office/drawing/2014/main" id="{FE82AF18-FF93-48AD-0986-539AF4B7AEC6}"/>
              </a:ext>
            </a:extLst>
          </p:cNvPr>
          <p:cNvSpPr/>
          <p:nvPr/>
        </p:nvSpPr>
        <p:spPr>
          <a:xfrm>
            <a:off x="1754582" y="5153001"/>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466" name="Rectangle: Rounded Corners 465">
            <a:extLst>
              <a:ext uri="{FF2B5EF4-FFF2-40B4-BE49-F238E27FC236}">
                <a16:creationId xmlns:a16="http://schemas.microsoft.com/office/drawing/2014/main" id="{21ADAC43-A8C3-A741-F05E-6E5039D9F499}"/>
              </a:ext>
            </a:extLst>
          </p:cNvPr>
          <p:cNvSpPr/>
          <p:nvPr/>
        </p:nvSpPr>
        <p:spPr>
          <a:xfrm>
            <a:off x="1754582" y="5905646"/>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467" name="Rectangle 466">
            <a:extLst>
              <a:ext uri="{FF2B5EF4-FFF2-40B4-BE49-F238E27FC236}">
                <a16:creationId xmlns:a16="http://schemas.microsoft.com/office/drawing/2014/main" id="{870357D6-CC6B-1800-71AE-3B71E5EFF071}"/>
              </a:ext>
            </a:extLst>
          </p:cNvPr>
          <p:cNvSpPr/>
          <p:nvPr/>
        </p:nvSpPr>
        <p:spPr>
          <a:xfrm>
            <a:off x="2251189" y="5153001"/>
            <a:ext cx="788746" cy="99596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endParaRPr>
          </a:p>
        </p:txBody>
      </p:sp>
      <p:sp>
        <p:nvSpPr>
          <p:cNvPr id="468" name="Rectangle 467">
            <a:extLst>
              <a:ext uri="{FF2B5EF4-FFF2-40B4-BE49-F238E27FC236}">
                <a16:creationId xmlns:a16="http://schemas.microsoft.com/office/drawing/2014/main" id="{7A9482D2-61D7-0530-78F4-F7E0147F2AF2}"/>
              </a:ext>
            </a:extLst>
          </p:cNvPr>
          <p:cNvSpPr/>
          <p:nvPr/>
        </p:nvSpPr>
        <p:spPr>
          <a:xfrm>
            <a:off x="2298845" y="5380427"/>
            <a:ext cx="691461" cy="53061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Draw</a:t>
            </a:r>
            <a:endParaRPr lang="en-NL" dirty="0">
              <a:solidFill>
                <a:schemeClr val="tx1"/>
              </a:solidFill>
            </a:endParaRPr>
          </a:p>
        </p:txBody>
      </p:sp>
      <p:sp>
        <p:nvSpPr>
          <p:cNvPr id="469" name="Rectangle: Rounded Corners 468">
            <a:extLst>
              <a:ext uri="{FF2B5EF4-FFF2-40B4-BE49-F238E27FC236}">
                <a16:creationId xmlns:a16="http://schemas.microsoft.com/office/drawing/2014/main" id="{CEC46335-01A6-7C95-67B6-4280F760C08A}"/>
              </a:ext>
            </a:extLst>
          </p:cNvPr>
          <p:cNvSpPr/>
          <p:nvPr/>
        </p:nvSpPr>
        <p:spPr>
          <a:xfrm>
            <a:off x="2503287" y="5147410"/>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470" name="Rectangle: Rounded Corners 469">
            <a:extLst>
              <a:ext uri="{FF2B5EF4-FFF2-40B4-BE49-F238E27FC236}">
                <a16:creationId xmlns:a16="http://schemas.microsoft.com/office/drawing/2014/main" id="{9784C6A5-171C-9538-81F8-DAB9D7D49519}"/>
              </a:ext>
            </a:extLst>
          </p:cNvPr>
          <p:cNvSpPr/>
          <p:nvPr/>
        </p:nvSpPr>
        <p:spPr>
          <a:xfrm>
            <a:off x="2503287" y="5910360"/>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471" name="Rectangle 470">
            <a:extLst>
              <a:ext uri="{FF2B5EF4-FFF2-40B4-BE49-F238E27FC236}">
                <a16:creationId xmlns:a16="http://schemas.microsoft.com/office/drawing/2014/main" id="{41BF85D1-7603-20E3-5968-488745FEB227}"/>
              </a:ext>
            </a:extLst>
          </p:cNvPr>
          <p:cNvSpPr/>
          <p:nvPr/>
        </p:nvSpPr>
        <p:spPr>
          <a:xfrm>
            <a:off x="2216277" y="5102500"/>
            <a:ext cx="18000" cy="1115207"/>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72" name="Rectangle 471">
            <a:extLst>
              <a:ext uri="{FF2B5EF4-FFF2-40B4-BE49-F238E27FC236}">
                <a16:creationId xmlns:a16="http://schemas.microsoft.com/office/drawing/2014/main" id="{B3C4C0A7-FDC4-5A31-CC08-DA44D178ACD2}"/>
              </a:ext>
            </a:extLst>
          </p:cNvPr>
          <p:cNvSpPr/>
          <p:nvPr/>
        </p:nvSpPr>
        <p:spPr>
          <a:xfrm>
            <a:off x="1491936" y="5102500"/>
            <a:ext cx="18000" cy="1115207"/>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73" name="Rectangle 472">
            <a:extLst>
              <a:ext uri="{FF2B5EF4-FFF2-40B4-BE49-F238E27FC236}">
                <a16:creationId xmlns:a16="http://schemas.microsoft.com/office/drawing/2014/main" id="{FD205729-ABAE-D567-BEAE-10AC354209EB}"/>
              </a:ext>
            </a:extLst>
          </p:cNvPr>
          <p:cNvSpPr/>
          <p:nvPr/>
        </p:nvSpPr>
        <p:spPr>
          <a:xfrm>
            <a:off x="3120462" y="5160184"/>
            <a:ext cx="798935" cy="99596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endParaRPr>
          </a:p>
        </p:txBody>
      </p:sp>
      <p:sp>
        <p:nvSpPr>
          <p:cNvPr id="474" name="Rectangle 473">
            <a:extLst>
              <a:ext uri="{FF2B5EF4-FFF2-40B4-BE49-F238E27FC236}">
                <a16:creationId xmlns:a16="http://schemas.microsoft.com/office/drawing/2014/main" id="{715C293E-333A-CD93-05A0-467C99CA3BF5}"/>
              </a:ext>
            </a:extLst>
          </p:cNvPr>
          <p:cNvSpPr/>
          <p:nvPr/>
        </p:nvSpPr>
        <p:spPr>
          <a:xfrm>
            <a:off x="3168118" y="5387610"/>
            <a:ext cx="691461" cy="53061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Help</a:t>
            </a:r>
            <a:endParaRPr lang="en-NL" dirty="0">
              <a:solidFill>
                <a:schemeClr val="tx1"/>
              </a:solidFill>
            </a:endParaRPr>
          </a:p>
        </p:txBody>
      </p:sp>
      <p:sp>
        <p:nvSpPr>
          <p:cNvPr id="475" name="Rectangle: Rounded Corners 474">
            <a:extLst>
              <a:ext uri="{FF2B5EF4-FFF2-40B4-BE49-F238E27FC236}">
                <a16:creationId xmlns:a16="http://schemas.microsoft.com/office/drawing/2014/main" id="{2C5A09C9-D1EE-6C55-143F-9DD3882BFFE4}"/>
              </a:ext>
            </a:extLst>
          </p:cNvPr>
          <p:cNvSpPr/>
          <p:nvPr/>
        </p:nvSpPr>
        <p:spPr>
          <a:xfrm>
            <a:off x="3372560" y="5154593"/>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476" name="Rectangle: Rounded Corners 475">
            <a:extLst>
              <a:ext uri="{FF2B5EF4-FFF2-40B4-BE49-F238E27FC236}">
                <a16:creationId xmlns:a16="http://schemas.microsoft.com/office/drawing/2014/main" id="{69E8259A-108D-18A5-59CA-30E88F377543}"/>
              </a:ext>
            </a:extLst>
          </p:cNvPr>
          <p:cNvSpPr/>
          <p:nvPr/>
        </p:nvSpPr>
        <p:spPr>
          <a:xfrm>
            <a:off x="3372560" y="5917543"/>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477" name="Rectangle 476">
            <a:extLst>
              <a:ext uri="{FF2B5EF4-FFF2-40B4-BE49-F238E27FC236}">
                <a16:creationId xmlns:a16="http://schemas.microsoft.com/office/drawing/2014/main" id="{84F7F282-4ED5-5B1C-A4A8-D2ECFA08FED5}"/>
              </a:ext>
            </a:extLst>
          </p:cNvPr>
          <p:cNvSpPr/>
          <p:nvPr/>
        </p:nvSpPr>
        <p:spPr>
          <a:xfrm>
            <a:off x="3071022" y="5109649"/>
            <a:ext cx="18000" cy="1115207"/>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78" name="Rectangle 477">
            <a:extLst>
              <a:ext uri="{FF2B5EF4-FFF2-40B4-BE49-F238E27FC236}">
                <a16:creationId xmlns:a16="http://schemas.microsoft.com/office/drawing/2014/main" id="{A1EAB24F-0410-662F-54B6-C4DA0A501E14}"/>
              </a:ext>
            </a:extLst>
          </p:cNvPr>
          <p:cNvSpPr/>
          <p:nvPr/>
        </p:nvSpPr>
        <p:spPr>
          <a:xfrm>
            <a:off x="326731" y="6263921"/>
            <a:ext cx="4245588" cy="1101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i="1" dirty="0"/>
              <a:t>shadow bar</a:t>
            </a:r>
            <a:endParaRPr lang="en-NL" sz="600" i="1" dirty="0"/>
          </a:p>
        </p:txBody>
      </p:sp>
      <p:sp>
        <p:nvSpPr>
          <p:cNvPr id="479" name="Rectangle: Rounded Corners 478">
            <a:extLst>
              <a:ext uri="{FF2B5EF4-FFF2-40B4-BE49-F238E27FC236}">
                <a16:creationId xmlns:a16="http://schemas.microsoft.com/office/drawing/2014/main" id="{04472DAB-9754-13C9-A577-A7E78159B87C}"/>
              </a:ext>
            </a:extLst>
          </p:cNvPr>
          <p:cNvSpPr/>
          <p:nvPr/>
        </p:nvSpPr>
        <p:spPr>
          <a:xfrm>
            <a:off x="3926235" y="5940395"/>
            <a:ext cx="144007" cy="177800"/>
          </a:xfrm>
          <a:prstGeom prst="roundRect">
            <a:avLst/>
          </a:prstGeom>
          <a:solidFill>
            <a:srgbClr val="F9E7F7"/>
          </a:solid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600" dirty="0">
              <a:solidFill>
                <a:schemeClr val="accent5">
                  <a:lumMod val="60000"/>
                  <a:lumOff val="40000"/>
                </a:schemeClr>
              </a:solidFill>
            </a:endParaRPr>
          </a:p>
        </p:txBody>
      </p:sp>
      <p:sp>
        <p:nvSpPr>
          <p:cNvPr id="480" name="Rectangle: Top Corners Rounded 479">
            <a:extLst>
              <a:ext uri="{FF2B5EF4-FFF2-40B4-BE49-F238E27FC236}">
                <a16:creationId xmlns:a16="http://schemas.microsoft.com/office/drawing/2014/main" id="{36624E75-A92E-1B87-4B6D-F656FDD531FA}"/>
              </a:ext>
            </a:extLst>
          </p:cNvPr>
          <p:cNvSpPr/>
          <p:nvPr/>
        </p:nvSpPr>
        <p:spPr>
          <a:xfrm rot="10800000">
            <a:off x="1541021" y="5950160"/>
            <a:ext cx="643007" cy="45719"/>
          </a:xfrm>
          <a:prstGeom prst="round2SameRect">
            <a:avLst/>
          </a:prstGeom>
          <a:solidFill>
            <a:schemeClr val="tx2">
              <a:lumMod val="10000"/>
              <a:lumOff val="90000"/>
            </a:schemeClr>
          </a:solidFill>
          <a:ln>
            <a:prstDash val="sysDash"/>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a:p>
        </p:txBody>
      </p:sp>
      <p:sp>
        <p:nvSpPr>
          <p:cNvPr id="481" name="Rectangle: Top Corners Rounded 480">
            <a:extLst>
              <a:ext uri="{FF2B5EF4-FFF2-40B4-BE49-F238E27FC236}">
                <a16:creationId xmlns:a16="http://schemas.microsoft.com/office/drawing/2014/main" id="{1E6573FE-6918-5515-3DBE-7E5A2DB78102}"/>
              </a:ext>
            </a:extLst>
          </p:cNvPr>
          <p:cNvSpPr/>
          <p:nvPr/>
        </p:nvSpPr>
        <p:spPr>
          <a:xfrm rot="10800000">
            <a:off x="859351" y="5942808"/>
            <a:ext cx="576356" cy="51063"/>
          </a:xfrm>
          <a:prstGeom prst="round2Same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a:p>
        </p:txBody>
      </p:sp>
      <p:sp>
        <p:nvSpPr>
          <p:cNvPr id="482" name="Rectangle: Top Corners Rounded 481">
            <a:extLst>
              <a:ext uri="{FF2B5EF4-FFF2-40B4-BE49-F238E27FC236}">
                <a16:creationId xmlns:a16="http://schemas.microsoft.com/office/drawing/2014/main" id="{1C1D03F0-6029-DD72-B136-FE31F16EB69A}"/>
              </a:ext>
            </a:extLst>
          </p:cNvPr>
          <p:cNvSpPr/>
          <p:nvPr/>
        </p:nvSpPr>
        <p:spPr>
          <a:xfrm rot="10800000">
            <a:off x="2316264" y="5943947"/>
            <a:ext cx="685641" cy="45719"/>
          </a:xfrm>
          <a:prstGeom prst="round2Same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a:p>
        </p:txBody>
      </p:sp>
      <p:sp>
        <p:nvSpPr>
          <p:cNvPr id="483" name="Rectangle: Top Corners Rounded 482">
            <a:extLst>
              <a:ext uri="{FF2B5EF4-FFF2-40B4-BE49-F238E27FC236}">
                <a16:creationId xmlns:a16="http://schemas.microsoft.com/office/drawing/2014/main" id="{E684913E-AAD4-26CB-DFCE-B6A12269B6C5}"/>
              </a:ext>
            </a:extLst>
          </p:cNvPr>
          <p:cNvSpPr/>
          <p:nvPr/>
        </p:nvSpPr>
        <p:spPr>
          <a:xfrm rot="10800000">
            <a:off x="3175007" y="5952506"/>
            <a:ext cx="691336" cy="52859"/>
          </a:xfrm>
          <a:prstGeom prst="round2Same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a:p>
        </p:txBody>
      </p:sp>
      <p:sp>
        <p:nvSpPr>
          <p:cNvPr id="485" name="Rectangle 484">
            <a:extLst>
              <a:ext uri="{FF2B5EF4-FFF2-40B4-BE49-F238E27FC236}">
                <a16:creationId xmlns:a16="http://schemas.microsoft.com/office/drawing/2014/main" id="{EDDC67CA-B2FB-52F3-08C1-A69920B1BFD2}"/>
              </a:ext>
            </a:extLst>
          </p:cNvPr>
          <p:cNvSpPr/>
          <p:nvPr/>
        </p:nvSpPr>
        <p:spPr>
          <a:xfrm>
            <a:off x="789265" y="6883067"/>
            <a:ext cx="2658785" cy="11152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chemeClr val="tx1"/>
              </a:solidFill>
            </a:endParaRPr>
          </a:p>
        </p:txBody>
      </p:sp>
      <p:sp>
        <p:nvSpPr>
          <p:cNvPr id="486" name="Rectangle 485">
            <a:extLst>
              <a:ext uri="{FF2B5EF4-FFF2-40B4-BE49-F238E27FC236}">
                <a16:creationId xmlns:a16="http://schemas.microsoft.com/office/drawing/2014/main" id="{E76405F6-D6F3-A764-4586-8EFDF89ABDBE}"/>
              </a:ext>
            </a:extLst>
          </p:cNvPr>
          <p:cNvSpPr/>
          <p:nvPr/>
        </p:nvSpPr>
        <p:spPr>
          <a:xfrm>
            <a:off x="838029" y="6922626"/>
            <a:ext cx="637829" cy="99596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endParaRPr>
          </a:p>
        </p:txBody>
      </p:sp>
      <p:sp>
        <p:nvSpPr>
          <p:cNvPr id="487" name="Rectangle 486">
            <a:extLst>
              <a:ext uri="{FF2B5EF4-FFF2-40B4-BE49-F238E27FC236}">
                <a16:creationId xmlns:a16="http://schemas.microsoft.com/office/drawing/2014/main" id="{CAF7CFCE-71F1-C124-FB85-149F93B51B52}"/>
              </a:ext>
            </a:extLst>
          </p:cNvPr>
          <p:cNvSpPr/>
          <p:nvPr/>
        </p:nvSpPr>
        <p:spPr>
          <a:xfrm>
            <a:off x="1527748" y="6930085"/>
            <a:ext cx="664762" cy="99596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endParaRPr>
          </a:p>
        </p:txBody>
      </p:sp>
      <p:sp>
        <p:nvSpPr>
          <p:cNvPr id="488" name="Rectangle: Rounded Corners 487">
            <a:extLst>
              <a:ext uri="{FF2B5EF4-FFF2-40B4-BE49-F238E27FC236}">
                <a16:creationId xmlns:a16="http://schemas.microsoft.com/office/drawing/2014/main" id="{505DA475-6A1C-3AA7-3D5E-708DDC4D2FBA}"/>
              </a:ext>
            </a:extLst>
          </p:cNvPr>
          <p:cNvSpPr/>
          <p:nvPr/>
        </p:nvSpPr>
        <p:spPr>
          <a:xfrm>
            <a:off x="327597" y="7715460"/>
            <a:ext cx="461667" cy="17780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accent5">
                    <a:lumMod val="40000"/>
                    <a:lumOff val="60000"/>
                  </a:schemeClr>
                </a:solidFill>
              </a:rPr>
              <a:t>left-pad</a:t>
            </a:r>
            <a:endParaRPr lang="en-NL" sz="600" dirty="0">
              <a:solidFill>
                <a:schemeClr val="accent5">
                  <a:lumMod val="40000"/>
                  <a:lumOff val="60000"/>
                </a:schemeClr>
              </a:solidFill>
            </a:endParaRPr>
          </a:p>
        </p:txBody>
      </p:sp>
      <p:sp>
        <p:nvSpPr>
          <p:cNvPr id="489" name="Rectangle 488">
            <a:extLst>
              <a:ext uri="{FF2B5EF4-FFF2-40B4-BE49-F238E27FC236}">
                <a16:creationId xmlns:a16="http://schemas.microsoft.com/office/drawing/2014/main" id="{DD4E4EB1-ED8A-4DFE-FF56-5069B7A4FEBD}"/>
              </a:ext>
            </a:extLst>
          </p:cNvPr>
          <p:cNvSpPr/>
          <p:nvPr/>
        </p:nvSpPr>
        <p:spPr>
          <a:xfrm>
            <a:off x="887300" y="7153512"/>
            <a:ext cx="549274" cy="53061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File</a:t>
            </a:r>
            <a:endParaRPr lang="en-NL" dirty="0">
              <a:solidFill>
                <a:schemeClr val="tx1"/>
              </a:solidFill>
            </a:endParaRPr>
          </a:p>
        </p:txBody>
      </p:sp>
      <p:sp>
        <p:nvSpPr>
          <p:cNvPr id="490" name="Rectangle: Rounded Corners 489">
            <a:extLst>
              <a:ext uri="{FF2B5EF4-FFF2-40B4-BE49-F238E27FC236}">
                <a16:creationId xmlns:a16="http://schemas.microsoft.com/office/drawing/2014/main" id="{E3F8DEB8-7108-4AF0-7E40-76B4B7888165}"/>
              </a:ext>
            </a:extLst>
          </p:cNvPr>
          <p:cNvSpPr/>
          <p:nvPr/>
        </p:nvSpPr>
        <p:spPr>
          <a:xfrm>
            <a:off x="1036707" y="7674158"/>
            <a:ext cx="238609" cy="247895"/>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491" name="Rectangle: Rounded Corners 490">
            <a:extLst>
              <a:ext uri="{FF2B5EF4-FFF2-40B4-BE49-F238E27FC236}">
                <a16:creationId xmlns:a16="http://schemas.microsoft.com/office/drawing/2014/main" id="{0524F62B-C7A2-819E-901A-84BFA4A9F7EE}"/>
              </a:ext>
            </a:extLst>
          </p:cNvPr>
          <p:cNvSpPr/>
          <p:nvPr/>
        </p:nvSpPr>
        <p:spPr>
          <a:xfrm>
            <a:off x="1036707" y="6929295"/>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492" name="Rectangle: Rounded Corners 491">
            <a:extLst>
              <a:ext uri="{FF2B5EF4-FFF2-40B4-BE49-F238E27FC236}">
                <a16:creationId xmlns:a16="http://schemas.microsoft.com/office/drawing/2014/main" id="{E1446E37-9026-3EE6-8AD8-F41F691A0F61}"/>
              </a:ext>
            </a:extLst>
          </p:cNvPr>
          <p:cNvSpPr/>
          <p:nvPr/>
        </p:nvSpPr>
        <p:spPr>
          <a:xfrm>
            <a:off x="3449626" y="7719440"/>
            <a:ext cx="498360" cy="17780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accent5">
                    <a:lumMod val="40000"/>
                    <a:lumOff val="60000"/>
                  </a:schemeClr>
                </a:solidFill>
              </a:rPr>
              <a:t>right-pad</a:t>
            </a:r>
            <a:endParaRPr lang="en-NL" sz="600" dirty="0">
              <a:solidFill>
                <a:schemeClr val="accent5">
                  <a:lumMod val="40000"/>
                  <a:lumOff val="60000"/>
                </a:schemeClr>
              </a:solidFill>
            </a:endParaRPr>
          </a:p>
        </p:txBody>
      </p:sp>
      <p:sp>
        <p:nvSpPr>
          <p:cNvPr id="493" name="Rectangle 492">
            <a:extLst>
              <a:ext uri="{FF2B5EF4-FFF2-40B4-BE49-F238E27FC236}">
                <a16:creationId xmlns:a16="http://schemas.microsoft.com/office/drawing/2014/main" id="{5C86F7E1-33C5-8C41-0536-F6382338616D}"/>
              </a:ext>
            </a:extLst>
          </p:cNvPr>
          <p:cNvSpPr/>
          <p:nvPr/>
        </p:nvSpPr>
        <p:spPr>
          <a:xfrm>
            <a:off x="327598" y="6715344"/>
            <a:ext cx="3620388" cy="156791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chemeClr val="tx1"/>
              </a:solidFill>
            </a:endParaRPr>
          </a:p>
        </p:txBody>
      </p:sp>
      <p:sp>
        <p:nvSpPr>
          <p:cNvPr id="494" name="Rectangle: Rounded Corners 493">
            <a:extLst>
              <a:ext uri="{FF2B5EF4-FFF2-40B4-BE49-F238E27FC236}">
                <a16:creationId xmlns:a16="http://schemas.microsoft.com/office/drawing/2014/main" id="{690759BA-74DC-AAF6-ED8D-B0FEC6920883}"/>
              </a:ext>
            </a:extLst>
          </p:cNvPr>
          <p:cNvSpPr/>
          <p:nvPr/>
        </p:nvSpPr>
        <p:spPr>
          <a:xfrm>
            <a:off x="1824012" y="6711861"/>
            <a:ext cx="927652" cy="167723"/>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top-pad</a:t>
            </a:r>
            <a:endParaRPr lang="en-NL" sz="600" dirty="0">
              <a:solidFill>
                <a:schemeClr val="accent5">
                  <a:lumMod val="40000"/>
                  <a:lumOff val="60000"/>
                </a:schemeClr>
              </a:solidFill>
            </a:endParaRPr>
          </a:p>
        </p:txBody>
      </p:sp>
      <p:sp>
        <p:nvSpPr>
          <p:cNvPr id="495" name="Rectangle: Rounded Corners 494">
            <a:extLst>
              <a:ext uri="{FF2B5EF4-FFF2-40B4-BE49-F238E27FC236}">
                <a16:creationId xmlns:a16="http://schemas.microsoft.com/office/drawing/2014/main" id="{070911CD-7918-6CD3-6D54-E827BAD9BCBB}"/>
              </a:ext>
            </a:extLst>
          </p:cNvPr>
          <p:cNvSpPr/>
          <p:nvPr/>
        </p:nvSpPr>
        <p:spPr>
          <a:xfrm>
            <a:off x="1779759" y="8146019"/>
            <a:ext cx="927652" cy="125544"/>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bottom-pad</a:t>
            </a:r>
            <a:endParaRPr lang="en-NL" sz="600" dirty="0">
              <a:solidFill>
                <a:schemeClr val="accent5">
                  <a:lumMod val="40000"/>
                  <a:lumOff val="60000"/>
                </a:schemeClr>
              </a:solidFill>
            </a:endParaRPr>
          </a:p>
        </p:txBody>
      </p:sp>
      <p:sp>
        <p:nvSpPr>
          <p:cNvPr id="496" name="Rectangle 495">
            <a:extLst>
              <a:ext uri="{FF2B5EF4-FFF2-40B4-BE49-F238E27FC236}">
                <a16:creationId xmlns:a16="http://schemas.microsoft.com/office/drawing/2014/main" id="{EA050A6A-BF2C-7A9E-6AD7-CD7CAFD40E44}"/>
              </a:ext>
            </a:extLst>
          </p:cNvPr>
          <p:cNvSpPr/>
          <p:nvPr/>
        </p:nvSpPr>
        <p:spPr>
          <a:xfrm>
            <a:off x="1591906" y="7168234"/>
            <a:ext cx="548912" cy="519894"/>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r>
              <a:rPr lang="en-US" dirty="0">
                <a:solidFill>
                  <a:schemeClr val="tx1"/>
                </a:solidFill>
              </a:rPr>
              <a:t>Anim</a:t>
            </a:r>
            <a:endParaRPr lang="en-NL" dirty="0">
              <a:solidFill>
                <a:schemeClr val="tx1"/>
              </a:solidFill>
            </a:endParaRPr>
          </a:p>
        </p:txBody>
      </p:sp>
      <p:sp>
        <p:nvSpPr>
          <p:cNvPr id="497" name="Rectangle: Rounded Corners 496">
            <a:extLst>
              <a:ext uri="{FF2B5EF4-FFF2-40B4-BE49-F238E27FC236}">
                <a16:creationId xmlns:a16="http://schemas.microsoft.com/office/drawing/2014/main" id="{C27A4866-05C5-E874-3EFD-DE2474A4A790}"/>
              </a:ext>
            </a:extLst>
          </p:cNvPr>
          <p:cNvSpPr/>
          <p:nvPr/>
        </p:nvSpPr>
        <p:spPr>
          <a:xfrm>
            <a:off x="1755449" y="6930085"/>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498" name="Rectangle: Rounded Corners 497">
            <a:extLst>
              <a:ext uri="{FF2B5EF4-FFF2-40B4-BE49-F238E27FC236}">
                <a16:creationId xmlns:a16="http://schemas.microsoft.com/office/drawing/2014/main" id="{1361C990-94A2-E6E9-818F-28E65839329B}"/>
              </a:ext>
            </a:extLst>
          </p:cNvPr>
          <p:cNvSpPr/>
          <p:nvPr/>
        </p:nvSpPr>
        <p:spPr>
          <a:xfrm>
            <a:off x="1755449" y="7682730"/>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503" name="Rectangle 502">
            <a:extLst>
              <a:ext uri="{FF2B5EF4-FFF2-40B4-BE49-F238E27FC236}">
                <a16:creationId xmlns:a16="http://schemas.microsoft.com/office/drawing/2014/main" id="{6C5AB2D6-E01B-B877-8258-94FDE4C3CED8}"/>
              </a:ext>
            </a:extLst>
          </p:cNvPr>
          <p:cNvSpPr/>
          <p:nvPr/>
        </p:nvSpPr>
        <p:spPr>
          <a:xfrm>
            <a:off x="2217144" y="6879584"/>
            <a:ext cx="18000" cy="1115207"/>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04" name="Rectangle 503">
            <a:extLst>
              <a:ext uri="{FF2B5EF4-FFF2-40B4-BE49-F238E27FC236}">
                <a16:creationId xmlns:a16="http://schemas.microsoft.com/office/drawing/2014/main" id="{B9FD9AE1-86A6-E326-BC4F-C5A540650DD8}"/>
              </a:ext>
            </a:extLst>
          </p:cNvPr>
          <p:cNvSpPr/>
          <p:nvPr/>
        </p:nvSpPr>
        <p:spPr>
          <a:xfrm>
            <a:off x="1492803" y="6879584"/>
            <a:ext cx="18000" cy="1115207"/>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05" name="Rectangle 504">
            <a:extLst>
              <a:ext uri="{FF2B5EF4-FFF2-40B4-BE49-F238E27FC236}">
                <a16:creationId xmlns:a16="http://schemas.microsoft.com/office/drawing/2014/main" id="{993049A8-5FC1-F8B8-BE80-D1DEB8F4FDB1}"/>
              </a:ext>
            </a:extLst>
          </p:cNvPr>
          <p:cNvSpPr/>
          <p:nvPr/>
        </p:nvSpPr>
        <p:spPr>
          <a:xfrm>
            <a:off x="2594279" y="6937268"/>
            <a:ext cx="798935" cy="99596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endParaRPr>
          </a:p>
        </p:txBody>
      </p:sp>
      <p:sp>
        <p:nvSpPr>
          <p:cNvPr id="506" name="Rectangle 505">
            <a:extLst>
              <a:ext uri="{FF2B5EF4-FFF2-40B4-BE49-F238E27FC236}">
                <a16:creationId xmlns:a16="http://schemas.microsoft.com/office/drawing/2014/main" id="{623FBB01-5D77-654A-DC44-16D49D5C8237}"/>
              </a:ext>
            </a:extLst>
          </p:cNvPr>
          <p:cNvSpPr/>
          <p:nvPr/>
        </p:nvSpPr>
        <p:spPr>
          <a:xfrm>
            <a:off x="2641935" y="7164694"/>
            <a:ext cx="691461" cy="53061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endParaRPr lang="en-NL" dirty="0">
              <a:solidFill>
                <a:schemeClr val="tx1"/>
              </a:solidFill>
            </a:endParaRPr>
          </a:p>
        </p:txBody>
      </p:sp>
      <p:sp>
        <p:nvSpPr>
          <p:cNvPr id="507" name="Rectangle: Rounded Corners 506">
            <a:extLst>
              <a:ext uri="{FF2B5EF4-FFF2-40B4-BE49-F238E27FC236}">
                <a16:creationId xmlns:a16="http://schemas.microsoft.com/office/drawing/2014/main" id="{8C3E20C1-AC0B-7303-3606-A4C1657FEE45}"/>
              </a:ext>
            </a:extLst>
          </p:cNvPr>
          <p:cNvSpPr/>
          <p:nvPr/>
        </p:nvSpPr>
        <p:spPr>
          <a:xfrm>
            <a:off x="2846377" y="6931677"/>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508" name="Rectangle: Rounded Corners 507">
            <a:extLst>
              <a:ext uri="{FF2B5EF4-FFF2-40B4-BE49-F238E27FC236}">
                <a16:creationId xmlns:a16="http://schemas.microsoft.com/office/drawing/2014/main" id="{8B0469E3-8F2F-EA13-108C-B2B74F487A9D}"/>
              </a:ext>
            </a:extLst>
          </p:cNvPr>
          <p:cNvSpPr/>
          <p:nvPr/>
        </p:nvSpPr>
        <p:spPr>
          <a:xfrm>
            <a:off x="2846377" y="7694627"/>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510" name="Rectangle 509">
            <a:extLst>
              <a:ext uri="{FF2B5EF4-FFF2-40B4-BE49-F238E27FC236}">
                <a16:creationId xmlns:a16="http://schemas.microsoft.com/office/drawing/2014/main" id="{681C179C-D701-E468-93EA-8444B5EB209C}"/>
              </a:ext>
            </a:extLst>
          </p:cNvPr>
          <p:cNvSpPr/>
          <p:nvPr/>
        </p:nvSpPr>
        <p:spPr>
          <a:xfrm>
            <a:off x="327598" y="8041005"/>
            <a:ext cx="3620388" cy="1101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i="1" dirty="0"/>
              <a:t>shadow bar</a:t>
            </a:r>
            <a:endParaRPr lang="en-NL" sz="600" i="1" dirty="0"/>
          </a:p>
        </p:txBody>
      </p:sp>
      <p:sp>
        <p:nvSpPr>
          <p:cNvPr id="511" name="Rectangle: Rounded Corners 510">
            <a:extLst>
              <a:ext uri="{FF2B5EF4-FFF2-40B4-BE49-F238E27FC236}">
                <a16:creationId xmlns:a16="http://schemas.microsoft.com/office/drawing/2014/main" id="{ADC586FF-4722-EE6B-488C-90DAEB8AA8F6}"/>
              </a:ext>
            </a:extLst>
          </p:cNvPr>
          <p:cNvSpPr/>
          <p:nvPr/>
        </p:nvSpPr>
        <p:spPr>
          <a:xfrm>
            <a:off x="2184400" y="7730179"/>
            <a:ext cx="405495" cy="177800"/>
          </a:xfrm>
          <a:prstGeom prst="roundRect">
            <a:avLst/>
          </a:prstGeom>
          <a:solidFill>
            <a:srgbClr val="F9E7F7"/>
          </a:solid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600" dirty="0">
              <a:solidFill>
                <a:schemeClr val="accent5">
                  <a:lumMod val="60000"/>
                  <a:lumOff val="40000"/>
                </a:schemeClr>
              </a:solidFill>
            </a:endParaRPr>
          </a:p>
        </p:txBody>
      </p:sp>
      <p:sp>
        <p:nvSpPr>
          <p:cNvPr id="512" name="Rectangle: Top Corners Rounded 511">
            <a:extLst>
              <a:ext uri="{FF2B5EF4-FFF2-40B4-BE49-F238E27FC236}">
                <a16:creationId xmlns:a16="http://schemas.microsoft.com/office/drawing/2014/main" id="{42DE848F-5A8B-D07D-807A-8336625EFC17}"/>
              </a:ext>
            </a:extLst>
          </p:cNvPr>
          <p:cNvSpPr/>
          <p:nvPr/>
        </p:nvSpPr>
        <p:spPr>
          <a:xfrm rot="10800000">
            <a:off x="1541888" y="7727244"/>
            <a:ext cx="643007" cy="45719"/>
          </a:xfrm>
          <a:prstGeom prst="round2SameRect">
            <a:avLst/>
          </a:prstGeom>
          <a:solidFill>
            <a:schemeClr val="tx2">
              <a:lumMod val="10000"/>
              <a:lumOff val="90000"/>
            </a:schemeClr>
          </a:solidFill>
          <a:ln>
            <a:prstDash val="sysDash"/>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a:p>
        </p:txBody>
      </p:sp>
      <p:sp>
        <p:nvSpPr>
          <p:cNvPr id="513" name="Rectangle: Top Corners Rounded 512">
            <a:extLst>
              <a:ext uri="{FF2B5EF4-FFF2-40B4-BE49-F238E27FC236}">
                <a16:creationId xmlns:a16="http://schemas.microsoft.com/office/drawing/2014/main" id="{A20C3E12-709A-C76F-1F80-F63604B1826A}"/>
              </a:ext>
            </a:extLst>
          </p:cNvPr>
          <p:cNvSpPr/>
          <p:nvPr/>
        </p:nvSpPr>
        <p:spPr>
          <a:xfrm rot="10800000">
            <a:off x="860218" y="7719892"/>
            <a:ext cx="576356" cy="51063"/>
          </a:xfrm>
          <a:prstGeom prst="round2Same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a:p>
        </p:txBody>
      </p:sp>
      <p:sp>
        <p:nvSpPr>
          <p:cNvPr id="515" name="Rectangle: Top Corners Rounded 514">
            <a:extLst>
              <a:ext uri="{FF2B5EF4-FFF2-40B4-BE49-F238E27FC236}">
                <a16:creationId xmlns:a16="http://schemas.microsoft.com/office/drawing/2014/main" id="{79464EEE-329E-9D89-F878-968AD09831FF}"/>
              </a:ext>
            </a:extLst>
          </p:cNvPr>
          <p:cNvSpPr/>
          <p:nvPr/>
        </p:nvSpPr>
        <p:spPr>
          <a:xfrm rot="10800000">
            <a:off x="2648824" y="7729590"/>
            <a:ext cx="691336" cy="52859"/>
          </a:xfrm>
          <a:prstGeom prst="round2Same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a:p>
        </p:txBody>
      </p:sp>
      <p:sp>
        <p:nvSpPr>
          <p:cNvPr id="516" name="Rectangle 515">
            <a:extLst>
              <a:ext uri="{FF2B5EF4-FFF2-40B4-BE49-F238E27FC236}">
                <a16:creationId xmlns:a16="http://schemas.microsoft.com/office/drawing/2014/main" id="{89CCA6F7-B6B6-FA35-CD9F-F8C3A9BFF557}"/>
              </a:ext>
            </a:extLst>
          </p:cNvPr>
          <p:cNvSpPr/>
          <p:nvPr/>
        </p:nvSpPr>
        <p:spPr>
          <a:xfrm>
            <a:off x="788398" y="8688421"/>
            <a:ext cx="1726202" cy="11152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chemeClr val="tx1"/>
              </a:solidFill>
            </a:endParaRPr>
          </a:p>
        </p:txBody>
      </p:sp>
      <p:sp>
        <p:nvSpPr>
          <p:cNvPr id="519" name="Rectangle: Rounded Corners 518">
            <a:extLst>
              <a:ext uri="{FF2B5EF4-FFF2-40B4-BE49-F238E27FC236}">
                <a16:creationId xmlns:a16="http://schemas.microsoft.com/office/drawing/2014/main" id="{564F1C8E-5E24-DA8A-4E54-45509A1A4CC2}"/>
              </a:ext>
            </a:extLst>
          </p:cNvPr>
          <p:cNvSpPr/>
          <p:nvPr/>
        </p:nvSpPr>
        <p:spPr>
          <a:xfrm>
            <a:off x="326730" y="9520814"/>
            <a:ext cx="461667" cy="17780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accent5">
                    <a:lumMod val="40000"/>
                    <a:lumOff val="60000"/>
                  </a:schemeClr>
                </a:solidFill>
              </a:rPr>
              <a:t>left-pad</a:t>
            </a:r>
            <a:endParaRPr lang="en-NL" sz="600" dirty="0">
              <a:solidFill>
                <a:schemeClr val="accent5">
                  <a:lumMod val="40000"/>
                  <a:lumOff val="60000"/>
                </a:schemeClr>
              </a:solidFill>
            </a:endParaRPr>
          </a:p>
        </p:txBody>
      </p:sp>
      <p:sp>
        <p:nvSpPr>
          <p:cNvPr id="523" name="Rectangle: Rounded Corners 522">
            <a:extLst>
              <a:ext uri="{FF2B5EF4-FFF2-40B4-BE49-F238E27FC236}">
                <a16:creationId xmlns:a16="http://schemas.microsoft.com/office/drawing/2014/main" id="{3F3AFDDE-4E1D-08C3-4817-0F63BD0C0EB4}"/>
              </a:ext>
            </a:extLst>
          </p:cNvPr>
          <p:cNvSpPr/>
          <p:nvPr/>
        </p:nvSpPr>
        <p:spPr>
          <a:xfrm>
            <a:off x="2490347" y="9416016"/>
            <a:ext cx="498360" cy="17780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accent5">
                    <a:lumMod val="40000"/>
                    <a:lumOff val="60000"/>
                  </a:schemeClr>
                </a:solidFill>
              </a:rPr>
              <a:t>right-pad</a:t>
            </a:r>
            <a:endParaRPr lang="en-NL" sz="600" dirty="0">
              <a:solidFill>
                <a:schemeClr val="accent5">
                  <a:lumMod val="40000"/>
                  <a:lumOff val="60000"/>
                </a:schemeClr>
              </a:solidFill>
            </a:endParaRPr>
          </a:p>
        </p:txBody>
      </p:sp>
      <p:sp>
        <p:nvSpPr>
          <p:cNvPr id="524" name="Rectangle 523">
            <a:extLst>
              <a:ext uri="{FF2B5EF4-FFF2-40B4-BE49-F238E27FC236}">
                <a16:creationId xmlns:a16="http://schemas.microsoft.com/office/drawing/2014/main" id="{CDB97B92-8C80-8A36-960E-B5EF5A3B0C36}"/>
              </a:ext>
            </a:extLst>
          </p:cNvPr>
          <p:cNvSpPr/>
          <p:nvPr/>
        </p:nvSpPr>
        <p:spPr>
          <a:xfrm>
            <a:off x="326731" y="8520698"/>
            <a:ext cx="2660309" cy="156791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chemeClr val="tx1"/>
              </a:solidFill>
            </a:endParaRPr>
          </a:p>
        </p:txBody>
      </p:sp>
      <p:sp>
        <p:nvSpPr>
          <p:cNvPr id="525" name="Rectangle: Rounded Corners 524">
            <a:extLst>
              <a:ext uri="{FF2B5EF4-FFF2-40B4-BE49-F238E27FC236}">
                <a16:creationId xmlns:a16="http://schemas.microsoft.com/office/drawing/2014/main" id="{CC8FC9D9-AA72-EBD8-EF95-7BB9CA5FFCB5}"/>
              </a:ext>
            </a:extLst>
          </p:cNvPr>
          <p:cNvSpPr/>
          <p:nvPr/>
        </p:nvSpPr>
        <p:spPr>
          <a:xfrm>
            <a:off x="1213549" y="8517215"/>
            <a:ext cx="927652" cy="167723"/>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top-pad</a:t>
            </a:r>
            <a:endParaRPr lang="en-NL" sz="600" dirty="0">
              <a:solidFill>
                <a:schemeClr val="accent5">
                  <a:lumMod val="40000"/>
                  <a:lumOff val="60000"/>
                </a:schemeClr>
              </a:solidFill>
            </a:endParaRPr>
          </a:p>
        </p:txBody>
      </p:sp>
      <p:sp>
        <p:nvSpPr>
          <p:cNvPr id="526" name="Rectangle: Rounded Corners 525">
            <a:extLst>
              <a:ext uri="{FF2B5EF4-FFF2-40B4-BE49-F238E27FC236}">
                <a16:creationId xmlns:a16="http://schemas.microsoft.com/office/drawing/2014/main" id="{AE465E9C-34F6-8BD1-C8FB-9FFAAC64D4B4}"/>
              </a:ext>
            </a:extLst>
          </p:cNvPr>
          <p:cNvSpPr/>
          <p:nvPr/>
        </p:nvSpPr>
        <p:spPr>
          <a:xfrm>
            <a:off x="1169296" y="9951373"/>
            <a:ext cx="927652" cy="125544"/>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bottom-pad</a:t>
            </a:r>
            <a:endParaRPr lang="en-NL" sz="600" dirty="0">
              <a:solidFill>
                <a:schemeClr val="accent5">
                  <a:lumMod val="40000"/>
                  <a:lumOff val="60000"/>
                </a:schemeClr>
              </a:solidFill>
            </a:endParaRPr>
          </a:p>
        </p:txBody>
      </p:sp>
      <p:sp>
        <p:nvSpPr>
          <p:cNvPr id="536" name="Rectangle 535">
            <a:extLst>
              <a:ext uri="{FF2B5EF4-FFF2-40B4-BE49-F238E27FC236}">
                <a16:creationId xmlns:a16="http://schemas.microsoft.com/office/drawing/2014/main" id="{033E5A50-79FC-D27E-3C99-266FF15FD4C5}"/>
              </a:ext>
            </a:extLst>
          </p:cNvPr>
          <p:cNvSpPr/>
          <p:nvPr/>
        </p:nvSpPr>
        <p:spPr>
          <a:xfrm>
            <a:off x="326731" y="9846359"/>
            <a:ext cx="2660309" cy="1101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i="1" dirty="0"/>
              <a:t>shadow bar</a:t>
            </a:r>
            <a:endParaRPr lang="en-NL" sz="600" i="1" dirty="0"/>
          </a:p>
        </p:txBody>
      </p:sp>
      <p:sp>
        <p:nvSpPr>
          <p:cNvPr id="541" name="Rectangle: Rounded Corners 540">
            <a:extLst>
              <a:ext uri="{FF2B5EF4-FFF2-40B4-BE49-F238E27FC236}">
                <a16:creationId xmlns:a16="http://schemas.microsoft.com/office/drawing/2014/main" id="{167B1BEC-723B-E03E-ADA6-28BB5CD2E6EB}"/>
              </a:ext>
            </a:extLst>
          </p:cNvPr>
          <p:cNvSpPr/>
          <p:nvPr/>
        </p:nvSpPr>
        <p:spPr>
          <a:xfrm>
            <a:off x="2195986" y="9413358"/>
            <a:ext cx="311020" cy="183116"/>
          </a:xfrm>
          <a:prstGeom prst="roundRect">
            <a:avLst/>
          </a:prstGeom>
          <a:solidFill>
            <a:srgbClr val="F9E7F7"/>
          </a:solid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600" dirty="0">
              <a:solidFill>
                <a:schemeClr val="accent5">
                  <a:lumMod val="60000"/>
                  <a:lumOff val="40000"/>
                </a:schemeClr>
              </a:solidFill>
            </a:endParaRPr>
          </a:p>
        </p:txBody>
      </p:sp>
      <p:sp>
        <p:nvSpPr>
          <p:cNvPr id="542" name="Rectangle 541">
            <a:extLst>
              <a:ext uri="{FF2B5EF4-FFF2-40B4-BE49-F238E27FC236}">
                <a16:creationId xmlns:a16="http://schemas.microsoft.com/office/drawing/2014/main" id="{3D7CCA70-6569-D982-182D-154602747C6B}"/>
              </a:ext>
            </a:extLst>
          </p:cNvPr>
          <p:cNvSpPr/>
          <p:nvPr/>
        </p:nvSpPr>
        <p:spPr>
          <a:xfrm>
            <a:off x="1243446" y="9014460"/>
            <a:ext cx="549274" cy="490456"/>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2800" b="1" dirty="0">
                <a:solidFill>
                  <a:schemeClr val="tx1"/>
                </a:solidFill>
                <a:latin typeface="3270 Nerd Font" panose="02000509000000000000" pitchFamily="49" charset="0"/>
                <a:ea typeface="3270 Nerd Font" panose="02000509000000000000" pitchFamily="49" charset="0"/>
                <a:cs typeface="3270 Nerd Font" panose="02000509000000000000" pitchFamily="49" charset="0"/>
              </a:rPr>
              <a:t>𑁔</a:t>
            </a:r>
            <a:endParaRPr lang="en-NL" sz="2800" b="1" dirty="0">
              <a:solidFill>
                <a:schemeClr val="tx1"/>
              </a:solidFill>
            </a:endParaRPr>
          </a:p>
        </p:txBody>
      </p:sp>
      <p:sp>
        <p:nvSpPr>
          <p:cNvPr id="543" name="Rectangle 542">
            <a:extLst>
              <a:ext uri="{FF2B5EF4-FFF2-40B4-BE49-F238E27FC236}">
                <a16:creationId xmlns:a16="http://schemas.microsoft.com/office/drawing/2014/main" id="{26228C19-0A40-F1A4-5C94-4851E12EBBE4}"/>
              </a:ext>
            </a:extLst>
          </p:cNvPr>
          <p:cNvSpPr/>
          <p:nvPr/>
        </p:nvSpPr>
        <p:spPr>
          <a:xfrm>
            <a:off x="826255" y="8772441"/>
            <a:ext cx="1376089" cy="99596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endParaRPr>
          </a:p>
        </p:txBody>
      </p:sp>
      <p:sp>
        <p:nvSpPr>
          <p:cNvPr id="545" name="Rectangle: Rounded Corners 544">
            <a:extLst>
              <a:ext uri="{FF2B5EF4-FFF2-40B4-BE49-F238E27FC236}">
                <a16:creationId xmlns:a16="http://schemas.microsoft.com/office/drawing/2014/main" id="{3472B2E2-4C05-AE47-9C4C-D25151AD26AB}"/>
              </a:ext>
            </a:extLst>
          </p:cNvPr>
          <p:cNvSpPr/>
          <p:nvPr/>
        </p:nvSpPr>
        <p:spPr>
          <a:xfrm>
            <a:off x="1385239" y="9520513"/>
            <a:ext cx="238609" cy="247895"/>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546" name="Rectangle: Rounded Corners 545">
            <a:extLst>
              <a:ext uri="{FF2B5EF4-FFF2-40B4-BE49-F238E27FC236}">
                <a16:creationId xmlns:a16="http://schemas.microsoft.com/office/drawing/2014/main" id="{61DEDD09-E2C2-A5FF-717A-60634AB30BB3}"/>
              </a:ext>
            </a:extLst>
          </p:cNvPr>
          <p:cNvSpPr/>
          <p:nvPr/>
        </p:nvSpPr>
        <p:spPr>
          <a:xfrm>
            <a:off x="1385239" y="8775650"/>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547" name="Rectangle: Rounded Corners 546">
            <a:extLst>
              <a:ext uri="{FF2B5EF4-FFF2-40B4-BE49-F238E27FC236}">
                <a16:creationId xmlns:a16="http://schemas.microsoft.com/office/drawing/2014/main" id="{7A42FFB7-6CE5-DEAF-0C77-FFC4A220A9BE}"/>
              </a:ext>
            </a:extLst>
          </p:cNvPr>
          <p:cNvSpPr/>
          <p:nvPr/>
        </p:nvSpPr>
        <p:spPr>
          <a:xfrm rot="10800000" flipH="1" flipV="1">
            <a:off x="836525" y="9185131"/>
            <a:ext cx="395656" cy="19074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dynamic</a:t>
            </a:r>
          </a:p>
          <a:p>
            <a:pPr algn="ctr"/>
            <a:r>
              <a:rPr lang="en-US" sz="600" dirty="0">
                <a:solidFill>
                  <a:schemeClr val="accent5">
                    <a:lumMod val="40000"/>
                    <a:lumOff val="60000"/>
                  </a:schemeClr>
                </a:solidFill>
              </a:rPr>
              <a:t>pad </a:t>
            </a:r>
            <a:endParaRPr lang="en-NL" sz="600" dirty="0">
              <a:solidFill>
                <a:schemeClr val="accent5">
                  <a:lumMod val="40000"/>
                  <a:lumOff val="60000"/>
                </a:schemeClr>
              </a:solidFill>
            </a:endParaRPr>
          </a:p>
        </p:txBody>
      </p:sp>
      <p:sp>
        <p:nvSpPr>
          <p:cNvPr id="548" name="Rectangle: Rounded Corners 547">
            <a:extLst>
              <a:ext uri="{FF2B5EF4-FFF2-40B4-BE49-F238E27FC236}">
                <a16:creationId xmlns:a16="http://schemas.microsoft.com/office/drawing/2014/main" id="{32C1EEC2-59BB-798A-1CFB-E6BBB91034EB}"/>
              </a:ext>
            </a:extLst>
          </p:cNvPr>
          <p:cNvSpPr/>
          <p:nvPr/>
        </p:nvSpPr>
        <p:spPr>
          <a:xfrm rot="10800000" flipH="1" flipV="1">
            <a:off x="1796851" y="9191602"/>
            <a:ext cx="377823" cy="19074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dynamic</a:t>
            </a:r>
          </a:p>
          <a:p>
            <a:pPr algn="ctr"/>
            <a:r>
              <a:rPr lang="en-US" sz="600" dirty="0">
                <a:solidFill>
                  <a:schemeClr val="accent5">
                    <a:lumMod val="40000"/>
                    <a:lumOff val="60000"/>
                  </a:schemeClr>
                </a:solidFill>
              </a:rPr>
              <a:t>pad </a:t>
            </a:r>
            <a:endParaRPr lang="en-NL" sz="600" dirty="0">
              <a:solidFill>
                <a:schemeClr val="accent5">
                  <a:lumMod val="40000"/>
                  <a:lumOff val="60000"/>
                </a:schemeClr>
              </a:solidFill>
            </a:endParaRPr>
          </a:p>
        </p:txBody>
      </p:sp>
      <p:sp>
        <p:nvSpPr>
          <p:cNvPr id="550" name="Rectangle: Top Corners Rounded 549">
            <a:extLst>
              <a:ext uri="{FF2B5EF4-FFF2-40B4-BE49-F238E27FC236}">
                <a16:creationId xmlns:a16="http://schemas.microsoft.com/office/drawing/2014/main" id="{828775BA-848A-FF57-666B-B7B3F462F468}"/>
              </a:ext>
            </a:extLst>
          </p:cNvPr>
          <p:cNvSpPr/>
          <p:nvPr/>
        </p:nvSpPr>
        <p:spPr>
          <a:xfrm rot="10800000">
            <a:off x="1212404" y="9560333"/>
            <a:ext cx="576356" cy="51063"/>
          </a:xfrm>
          <a:prstGeom prst="round2Same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a:p>
        </p:txBody>
      </p:sp>
      <p:sp>
        <p:nvSpPr>
          <p:cNvPr id="551" name="Rectangle 550">
            <a:extLst>
              <a:ext uri="{FF2B5EF4-FFF2-40B4-BE49-F238E27FC236}">
                <a16:creationId xmlns:a16="http://schemas.microsoft.com/office/drawing/2014/main" id="{3990566F-5EB4-36D0-EEBD-D74FE6D2B04B}"/>
              </a:ext>
            </a:extLst>
          </p:cNvPr>
          <p:cNvSpPr/>
          <p:nvPr/>
        </p:nvSpPr>
        <p:spPr>
          <a:xfrm>
            <a:off x="788398" y="10372441"/>
            <a:ext cx="738484" cy="11152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chemeClr val="tx1"/>
              </a:solidFill>
            </a:endParaRPr>
          </a:p>
        </p:txBody>
      </p:sp>
      <p:sp>
        <p:nvSpPr>
          <p:cNvPr id="552" name="Rectangle: Rounded Corners 551">
            <a:extLst>
              <a:ext uri="{FF2B5EF4-FFF2-40B4-BE49-F238E27FC236}">
                <a16:creationId xmlns:a16="http://schemas.microsoft.com/office/drawing/2014/main" id="{E53C5AE8-D757-F0D1-DC26-A8BD1C3C7C18}"/>
              </a:ext>
            </a:extLst>
          </p:cNvPr>
          <p:cNvSpPr/>
          <p:nvPr/>
        </p:nvSpPr>
        <p:spPr>
          <a:xfrm>
            <a:off x="326730" y="11204834"/>
            <a:ext cx="461667" cy="17780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accent5">
                    <a:lumMod val="40000"/>
                    <a:lumOff val="60000"/>
                  </a:schemeClr>
                </a:solidFill>
              </a:rPr>
              <a:t>left-pad</a:t>
            </a:r>
            <a:endParaRPr lang="en-NL" sz="600" dirty="0">
              <a:solidFill>
                <a:schemeClr val="accent5">
                  <a:lumMod val="40000"/>
                  <a:lumOff val="60000"/>
                </a:schemeClr>
              </a:solidFill>
            </a:endParaRPr>
          </a:p>
        </p:txBody>
      </p:sp>
      <p:sp>
        <p:nvSpPr>
          <p:cNvPr id="553" name="Rectangle: Rounded Corners 552">
            <a:extLst>
              <a:ext uri="{FF2B5EF4-FFF2-40B4-BE49-F238E27FC236}">
                <a16:creationId xmlns:a16="http://schemas.microsoft.com/office/drawing/2014/main" id="{5CE16F68-E5EE-FC10-9B24-C89AB67B0BD5}"/>
              </a:ext>
            </a:extLst>
          </p:cNvPr>
          <p:cNvSpPr/>
          <p:nvPr/>
        </p:nvSpPr>
        <p:spPr>
          <a:xfrm>
            <a:off x="1529668" y="11199096"/>
            <a:ext cx="498360" cy="177564"/>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accent5">
                    <a:lumMod val="40000"/>
                    <a:lumOff val="60000"/>
                  </a:schemeClr>
                </a:solidFill>
              </a:rPr>
              <a:t>right-pad</a:t>
            </a:r>
            <a:endParaRPr lang="en-NL" sz="600" dirty="0">
              <a:solidFill>
                <a:schemeClr val="accent5">
                  <a:lumMod val="40000"/>
                  <a:lumOff val="60000"/>
                </a:schemeClr>
              </a:solidFill>
            </a:endParaRPr>
          </a:p>
        </p:txBody>
      </p:sp>
      <p:sp>
        <p:nvSpPr>
          <p:cNvPr id="554" name="Rectangle 553">
            <a:extLst>
              <a:ext uri="{FF2B5EF4-FFF2-40B4-BE49-F238E27FC236}">
                <a16:creationId xmlns:a16="http://schemas.microsoft.com/office/drawing/2014/main" id="{08F0F413-DBF3-6789-8CC8-FC9114D96A49}"/>
              </a:ext>
            </a:extLst>
          </p:cNvPr>
          <p:cNvSpPr/>
          <p:nvPr/>
        </p:nvSpPr>
        <p:spPr>
          <a:xfrm>
            <a:off x="326731" y="10204718"/>
            <a:ext cx="1707809" cy="156791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chemeClr val="tx1"/>
              </a:solidFill>
            </a:endParaRPr>
          </a:p>
        </p:txBody>
      </p:sp>
      <p:sp>
        <p:nvSpPr>
          <p:cNvPr id="555" name="Rectangle: Rounded Corners 554">
            <a:extLst>
              <a:ext uri="{FF2B5EF4-FFF2-40B4-BE49-F238E27FC236}">
                <a16:creationId xmlns:a16="http://schemas.microsoft.com/office/drawing/2014/main" id="{CA86C847-8780-0053-AFA8-6556ABD1F3AB}"/>
              </a:ext>
            </a:extLst>
          </p:cNvPr>
          <p:cNvSpPr/>
          <p:nvPr/>
        </p:nvSpPr>
        <p:spPr>
          <a:xfrm>
            <a:off x="687765" y="10201235"/>
            <a:ext cx="927652" cy="167723"/>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top-pad</a:t>
            </a:r>
            <a:endParaRPr lang="en-NL" sz="600" dirty="0">
              <a:solidFill>
                <a:schemeClr val="accent5">
                  <a:lumMod val="40000"/>
                  <a:lumOff val="60000"/>
                </a:schemeClr>
              </a:solidFill>
            </a:endParaRPr>
          </a:p>
        </p:txBody>
      </p:sp>
      <p:sp>
        <p:nvSpPr>
          <p:cNvPr id="556" name="Rectangle: Rounded Corners 555">
            <a:extLst>
              <a:ext uri="{FF2B5EF4-FFF2-40B4-BE49-F238E27FC236}">
                <a16:creationId xmlns:a16="http://schemas.microsoft.com/office/drawing/2014/main" id="{101F4DA7-4615-65E5-2770-AFAD93BA5294}"/>
              </a:ext>
            </a:extLst>
          </p:cNvPr>
          <p:cNvSpPr/>
          <p:nvPr/>
        </p:nvSpPr>
        <p:spPr>
          <a:xfrm>
            <a:off x="643512" y="11635393"/>
            <a:ext cx="927652" cy="125544"/>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bottom-pad</a:t>
            </a:r>
            <a:endParaRPr lang="en-NL" sz="600" dirty="0">
              <a:solidFill>
                <a:schemeClr val="accent5">
                  <a:lumMod val="40000"/>
                  <a:lumOff val="60000"/>
                </a:schemeClr>
              </a:solidFill>
            </a:endParaRPr>
          </a:p>
        </p:txBody>
      </p:sp>
      <p:sp>
        <p:nvSpPr>
          <p:cNvPr id="557" name="Rectangle 556">
            <a:extLst>
              <a:ext uri="{FF2B5EF4-FFF2-40B4-BE49-F238E27FC236}">
                <a16:creationId xmlns:a16="http://schemas.microsoft.com/office/drawing/2014/main" id="{96A3EF77-45B0-E319-5B5C-71C7FC2BEB2F}"/>
              </a:ext>
            </a:extLst>
          </p:cNvPr>
          <p:cNvSpPr/>
          <p:nvPr/>
        </p:nvSpPr>
        <p:spPr>
          <a:xfrm>
            <a:off x="326731" y="11530379"/>
            <a:ext cx="1707809" cy="1101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i="1" dirty="0"/>
              <a:t>shadow bar</a:t>
            </a:r>
            <a:endParaRPr lang="en-NL" sz="600" i="1" dirty="0"/>
          </a:p>
        </p:txBody>
      </p:sp>
      <p:sp>
        <p:nvSpPr>
          <p:cNvPr id="559" name="Rectangle 558">
            <a:extLst>
              <a:ext uri="{FF2B5EF4-FFF2-40B4-BE49-F238E27FC236}">
                <a16:creationId xmlns:a16="http://schemas.microsoft.com/office/drawing/2014/main" id="{3CA83AAA-A251-3285-9570-78F58734A03F}"/>
              </a:ext>
            </a:extLst>
          </p:cNvPr>
          <p:cNvSpPr/>
          <p:nvPr/>
        </p:nvSpPr>
        <p:spPr>
          <a:xfrm>
            <a:off x="885653" y="10690661"/>
            <a:ext cx="549274" cy="490456"/>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2800" b="1" dirty="0">
                <a:solidFill>
                  <a:schemeClr val="tx1"/>
                </a:solidFill>
                <a:latin typeface="3270 Nerd Font" panose="02000509000000000000" pitchFamily="49" charset="0"/>
                <a:ea typeface="3270 Nerd Font" panose="02000509000000000000" pitchFamily="49" charset="0"/>
                <a:cs typeface="3270 Nerd Font" panose="02000509000000000000" pitchFamily="49" charset="0"/>
              </a:rPr>
              <a:t>𑁔</a:t>
            </a:r>
            <a:endParaRPr lang="en-NL" sz="2800" b="1" dirty="0">
              <a:solidFill>
                <a:schemeClr val="tx1"/>
              </a:solidFill>
            </a:endParaRPr>
          </a:p>
        </p:txBody>
      </p:sp>
      <p:sp>
        <p:nvSpPr>
          <p:cNvPr id="560" name="Rectangle 559">
            <a:extLst>
              <a:ext uri="{FF2B5EF4-FFF2-40B4-BE49-F238E27FC236}">
                <a16:creationId xmlns:a16="http://schemas.microsoft.com/office/drawing/2014/main" id="{5313CDE7-2AA6-AEB6-B0AF-D8F15A0DCC0B}"/>
              </a:ext>
            </a:extLst>
          </p:cNvPr>
          <p:cNvSpPr/>
          <p:nvPr/>
        </p:nvSpPr>
        <p:spPr>
          <a:xfrm>
            <a:off x="826255" y="10456461"/>
            <a:ext cx="648737" cy="99596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endParaRPr>
          </a:p>
        </p:txBody>
      </p:sp>
      <p:sp>
        <p:nvSpPr>
          <p:cNvPr id="561" name="Rectangle: Rounded Corners 560">
            <a:extLst>
              <a:ext uri="{FF2B5EF4-FFF2-40B4-BE49-F238E27FC236}">
                <a16:creationId xmlns:a16="http://schemas.microsoft.com/office/drawing/2014/main" id="{43CBE7CF-6778-3BF3-D086-5DE681E48D33}"/>
              </a:ext>
            </a:extLst>
          </p:cNvPr>
          <p:cNvSpPr/>
          <p:nvPr/>
        </p:nvSpPr>
        <p:spPr>
          <a:xfrm>
            <a:off x="1027446" y="11196714"/>
            <a:ext cx="238609" cy="247895"/>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562" name="Rectangle: Rounded Corners 561">
            <a:extLst>
              <a:ext uri="{FF2B5EF4-FFF2-40B4-BE49-F238E27FC236}">
                <a16:creationId xmlns:a16="http://schemas.microsoft.com/office/drawing/2014/main" id="{0E97E1BD-4AFA-E565-7229-61BF71873EBE}"/>
              </a:ext>
            </a:extLst>
          </p:cNvPr>
          <p:cNvSpPr/>
          <p:nvPr/>
        </p:nvSpPr>
        <p:spPr>
          <a:xfrm>
            <a:off x="1027446" y="10451851"/>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565" name="Rectangle: Top Corners Rounded 564">
            <a:extLst>
              <a:ext uri="{FF2B5EF4-FFF2-40B4-BE49-F238E27FC236}">
                <a16:creationId xmlns:a16="http://schemas.microsoft.com/office/drawing/2014/main" id="{6B330B4D-C25D-EA42-449C-41C9C5ABC5BC}"/>
              </a:ext>
            </a:extLst>
          </p:cNvPr>
          <p:cNvSpPr/>
          <p:nvPr/>
        </p:nvSpPr>
        <p:spPr>
          <a:xfrm rot="10800000">
            <a:off x="854611" y="11236534"/>
            <a:ext cx="576356" cy="51063"/>
          </a:xfrm>
          <a:prstGeom prst="round2Same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a:p>
        </p:txBody>
      </p:sp>
      <p:sp>
        <p:nvSpPr>
          <p:cNvPr id="566" name="Speech Bubble: Rectangle with Corners Rounded 565">
            <a:extLst>
              <a:ext uri="{FF2B5EF4-FFF2-40B4-BE49-F238E27FC236}">
                <a16:creationId xmlns:a16="http://schemas.microsoft.com/office/drawing/2014/main" id="{3680499D-C7AD-683B-7ADA-E270D4CBC8AD}"/>
              </a:ext>
            </a:extLst>
          </p:cNvPr>
          <p:cNvSpPr/>
          <p:nvPr/>
        </p:nvSpPr>
        <p:spPr>
          <a:xfrm>
            <a:off x="3269445" y="10406399"/>
            <a:ext cx="1998008" cy="913447"/>
          </a:xfrm>
          <a:prstGeom prst="wedgeRoundRectCallout">
            <a:avLst>
              <a:gd name="adj1" fmla="val -110565"/>
              <a:gd name="adj2" fmla="val 4582"/>
              <a:gd name="adj3" fmla="val 16667"/>
            </a:avLst>
          </a:prstGeom>
          <a:solidFill>
            <a:srgbClr val="F2CFEE">
              <a:alpha val="50196"/>
            </a:srgbClr>
          </a:solidFill>
          <a:ln>
            <a:solidFill>
              <a:srgbClr val="A02B93">
                <a:alpha val="50196"/>
              </a:srgb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900" dirty="0">
                <a:solidFill>
                  <a:srgbClr val="A02B93"/>
                </a:solidFill>
              </a:rPr>
              <a:t>Smallest state</a:t>
            </a:r>
            <a:endParaRPr lang="en-NL" sz="900" dirty="0">
              <a:solidFill>
                <a:srgbClr val="A02B93"/>
              </a:solidFill>
            </a:endParaRPr>
          </a:p>
        </p:txBody>
      </p:sp>
      <p:sp>
        <p:nvSpPr>
          <p:cNvPr id="567" name="Rectangle: Top Corners Rounded 566">
            <a:extLst>
              <a:ext uri="{FF2B5EF4-FFF2-40B4-BE49-F238E27FC236}">
                <a16:creationId xmlns:a16="http://schemas.microsoft.com/office/drawing/2014/main" id="{75603C85-4F65-0A09-FC51-4358BE20A18D}"/>
              </a:ext>
            </a:extLst>
          </p:cNvPr>
          <p:cNvSpPr/>
          <p:nvPr/>
        </p:nvSpPr>
        <p:spPr>
          <a:xfrm>
            <a:off x="5930898" y="9825268"/>
            <a:ext cx="5475655" cy="914400"/>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todo</a:t>
            </a:r>
            <a:r>
              <a:rPr lang="en-US" dirty="0"/>
              <a:t>: right aligned widgets + collapse </a:t>
            </a:r>
            <a:r>
              <a:rPr lang="en-US" dirty="0" err="1"/>
              <a:t>prio</a:t>
            </a:r>
            <a:endParaRPr lang="en-NL" dirty="0"/>
          </a:p>
        </p:txBody>
      </p:sp>
    </p:spTree>
    <p:extLst>
      <p:ext uri="{BB962C8B-B14F-4D97-AF65-F5344CB8AC3E}">
        <p14:creationId xmlns:p14="http://schemas.microsoft.com/office/powerpoint/2010/main" val="1395777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14A1A9-32BF-81C2-687B-6B46AA83069D}"/>
              </a:ext>
            </a:extLst>
          </p:cNvPr>
          <p:cNvSpPr/>
          <p:nvPr/>
        </p:nvSpPr>
        <p:spPr>
          <a:xfrm>
            <a:off x="689655" y="2358943"/>
            <a:ext cx="7717393" cy="11152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chemeClr val="tx1"/>
              </a:solidFill>
            </a:endParaRPr>
          </a:p>
        </p:txBody>
      </p:sp>
      <p:sp>
        <p:nvSpPr>
          <p:cNvPr id="5" name="Rectangle 4">
            <a:extLst>
              <a:ext uri="{FF2B5EF4-FFF2-40B4-BE49-F238E27FC236}">
                <a16:creationId xmlns:a16="http://schemas.microsoft.com/office/drawing/2014/main" id="{55AC98D4-DCBE-DE1C-7312-6746180248DC}"/>
              </a:ext>
            </a:extLst>
          </p:cNvPr>
          <p:cNvSpPr/>
          <p:nvPr/>
        </p:nvSpPr>
        <p:spPr>
          <a:xfrm>
            <a:off x="1064310" y="2400218"/>
            <a:ext cx="1376089" cy="99596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endParaRPr>
          </a:p>
        </p:txBody>
      </p:sp>
      <p:sp>
        <p:nvSpPr>
          <p:cNvPr id="6" name="Rectangle 5">
            <a:extLst>
              <a:ext uri="{FF2B5EF4-FFF2-40B4-BE49-F238E27FC236}">
                <a16:creationId xmlns:a16="http://schemas.microsoft.com/office/drawing/2014/main" id="{C80F5B75-B9F2-0789-E332-997C279FC3CF}"/>
              </a:ext>
            </a:extLst>
          </p:cNvPr>
          <p:cNvSpPr/>
          <p:nvPr/>
        </p:nvSpPr>
        <p:spPr>
          <a:xfrm>
            <a:off x="2487609" y="2400218"/>
            <a:ext cx="2251142" cy="99596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endParaRPr>
          </a:p>
        </p:txBody>
      </p:sp>
      <p:sp>
        <p:nvSpPr>
          <p:cNvPr id="7" name="Rectangle: Rounded Corners 6">
            <a:extLst>
              <a:ext uri="{FF2B5EF4-FFF2-40B4-BE49-F238E27FC236}">
                <a16:creationId xmlns:a16="http://schemas.microsoft.com/office/drawing/2014/main" id="{5A673B09-5D3D-7352-F28C-EB3B857C5588}"/>
              </a:ext>
            </a:extLst>
          </p:cNvPr>
          <p:cNvSpPr/>
          <p:nvPr/>
        </p:nvSpPr>
        <p:spPr>
          <a:xfrm>
            <a:off x="704489" y="3195437"/>
            <a:ext cx="347621" cy="17780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accent5">
                    <a:lumMod val="40000"/>
                    <a:lumOff val="60000"/>
                  </a:schemeClr>
                </a:solidFill>
              </a:rPr>
              <a:t>left-pad</a:t>
            </a:r>
            <a:endParaRPr lang="en-NL" sz="600" dirty="0">
              <a:solidFill>
                <a:schemeClr val="accent5">
                  <a:lumMod val="40000"/>
                  <a:lumOff val="60000"/>
                </a:schemeClr>
              </a:solidFill>
            </a:endParaRPr>
          </a:p>
        </p:txBody>
      </p:sp>
      <p:sp>
        <p:nvSpPr>
          <p:cNvPr id="8" name="Rectangle 7">
            <a:extLst>
              <a:ext uri="{FF2B5EF4-FFF2-40B4-BE49-F238E27FC236}">
                <a16:creationId xmlns:a16="http://schemas.microsoft.com/office/drawing/2014/main" id="{2429614A-8338-1711-55C5-D8A7A4BB4FC2}"/>
              </a:ext>
            </a:extLst>
          </p:cNvPr>
          <p:cNvSpPr/>
          <p:nvPr/>
        </p:nvSpPr>
        <p:spPr>
          <a:xfrm>
            <a:off x="1473887" y="2627644"/>
            <a:ext cx="549274" cy="518024"/>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File</a:t>
            </a:r>
            <a:endParaRPr lang="en-NL" dirty="0">
              <a:solidFill>
                <a:schemeClr val="tx1"/>
              </a:solidFill>
            </a:endParaRPr>
          </a:p>
        </p:txBody>
      </p:sp>
      <p:sp>
        <p:nvSpPr>
          <p:cNvPr id="9" name="Rectangle: Rounded Corners 8">
            <a:extLst>
              <a:ext uri="{FF2B5EF4-FFF2-40B4-BE49-F238E27FC236}">
                <a16:creationId xmlns:a16="http://schemas.microsoft.com/office/drawing/2014/main" id="{76C86390-BF1B-F977-7AD3-8E62F073C25C}"/>
              </a:ext>
            </a:extLst>
          </p:cNvPr>
          <p:cNvSpPr/>
          <p:nvPr/>
        </p:nvSpPr>
        <p:spPr>
          <a:xfrm>
            <a:off x="1623294" y="3148290"/>
            <a:ext cx="238609" cy="247895"/>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10" name="Rectangle: Rounded Corners 9">
            <a:extLst>
              <a:ext uri="{FF2B5EF4-FFF2-40B4-BE49-F238E27FC236}">
                <a16:creationId xmlns:a16="http://schemas.microsoft.com/office/drawing/2014/main" id="{68D3F133-D156-244D-5E72-9E10C874814E}"/>
              </a:ext>
            </a:extLst>
          </p:cNvPr>
          <p:cNvSpPr/>
          <p:nvPr/>
        </p:nvSpPr>
        <p:spPr>
          <a:xfrm>
            <a:off x="1623294" y="2403427"/>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11" name="Rectangle: Rounded Corners 10">
            <a:extLst>
              <a:ext uri="{FF2B5EF4-FFF2-40B4-BE49-F238E27FC236}">
                <a16:creationId xmlns:a16="http://schemas.microsoft.com/office/drawing/2014/main" id="{6DF1854A-D989-13D0-0D2E-1EB13591C68A}"/>
              </a:ext>
            </a:extLst>
          </p:cNvPr>
          <p:cNvSpPr/>
          <p:nvPr/>
        </p:nvSpPr>
        <p:spPr>
          <a:xfrm rot="10800000" flipH="1" flipV="1">
            <a:off x="1074580" y="2812908"/>
            <a:ext cx="395656" cy="19074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dynamic</a:t>
            </a:r>
          </a:p>
          <a:p>
            <a:pPr algn="ctr"/>
            <a:r>
              <a:rPr lang="en-US" sz="600" dirty="0">
                <a:solidFill>
                  <a:schemeClr val="accent5">
                    <a:lumMod val="40000"/>
                    <a:lumOff val="60000"/>
                  </a:schemeClr>
                </a:solidFill>
              </a:rPr>
              <a:t>pad </a:t>
            </a:r>
            <a:endParaRPr lang="en-NL" sz="600" dirty="0">
              <a:solidFill>
                <a:schemeClr val="accent5">
                  <a:lumMod val="40000"/>
                  <a:lumOff val="60000"/>
                </a:schemeClr>
              </a:solidFill>
            </a:endParaRPr>
          </a:p>
        </p:txBody>
      </p:sp>
      <p:sp>
        <p:nvSpPr>
          <p:cNvPr id="12" name="Rectangle: Rounded Corners 11">
            <a:extLst>
              <a:ext uri="{FF2B5EF4-FFF2-40B4-BE49-F238E27FC236}">
                <a16:creationId xmlns:a16="http://schemas.microsoft.com/office/drawing/2014/main" id="{1C87D38D-D0E4-F414-8CD5-794BD3265733}"/>
              </a:ext>
            </a:extLst>
          </p:cNvPr>
          <p:cNvSpPr/>
          <p:nvPr/>
        </p:nvSpPr>
        <p:spPr>
          <a:xfrm rot="10800000" flipH="1" flipV="1">
            <a:off x="2034906" y="2819379"/>
            <a:ext cx="377823" cy="19074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dynamic</a:t>
            </a:r>
          </a:p>
          <a:p>
            <a:pPr algn="ctr"/>
            <a:r>
              <a:rPr lang="en-US" sz="600" dirty="0">
                <a:solidFill>
                  <a:schemeClr val="accent5">
                    <a:lumMod val="40000"/>
                    <a:lumOff val="60000"/>
                  </a:schemeClr>
                </a:solidFill>
              </a:rPr>
              <a:t>pad </a:t>
            </a:r>
            <a:endParaRPr lang="en-NL" sz="600" dirty="0">
              <a:solidFill>
                <a:schemeClr val="accent5">
                  <a:lumMod val="40000"/>
                  <a:lumOff val="60000"/>
                </a:schemeClr>
              </a:solidFill>
            </a:endParaRPr>
          </a:p>
        </p:txBody>
      </p:sp>
      <p:sp>
        <p:nvSpPr>
          <p:cNvPr id="13" name="Rectangle: Rounded Corners 12">
            <a:extLst>
              <a:ext uri="{FF2B5EF4-FFF2-40B4-BE49-F238E27FC236}">
                <a16:creationId xmlns:a16="http://schemas.microsoft.com/office/drawing/2014/main" id="{73E6C270-C72A-B162-4EF8-D5EF2F905EAA}"/>
              </a:ext>
            </a:extLst>
          </p:cNvPr>
          <p:cNvSpPr/>
          <p:nvPr/>
        </p:nvSpPr>
        <p:spPr>
          <a:xfrm>
            <a:off x="8026150" y="3201871"/>
            <a:ext cx="380898" cy="178418"/>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accent5">
                    <a:lumMod val="40000"/>
                    <a:lumOff val="60000"/>
                  </a:schemeClr>
                </a:solidFill>
              </a:rPr>
              <a:t>right-pad</a:t>
            </a:r>
            <a:endParaRPr lang="en-NL" sz="600" dirty="0">
              <a:solidFill>
                <a:schemeClr val="accent5">
                  <a:lumMod val="40000"/>
                  <a:lumOff val="60000"/>
                </a:schemeClr>
              </a:solidFill>
            </a:endParaRPr>
          </a:p>
        </p:txBody>
      </p:sp>
      <p:sp>
        <p:nvSpPr>
          <p:cNvPr id="14" name="Rectangle 13">
            <a:extLst>
              <a:ext uri="{FF2B5EF4-FFF2-40B4-BE49-F238E27FC236}">
                <a16:creationId xmlns:a16="http://schemas.microsoft.com/office/drawing/2014/main" id="{1CA239F8-030C-ACF8-CB45-315986368952}"/>
              </a:ext>
            </a:extLst>
          </p:cNvPr>
          <p:cNvSpPr/>
          <p:nvPr/>
        </p:nvSpPr>
        <p:spPr>
          <a:xfrm>
            <a:off x="107951" y="2106903"/>
            <a:ext cx="9442450" cy="17983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chemeClr val="tx1"/>
              </a:solidFill>
            </a:endParaRPr>
          </a:p>
        </p:txBody>
      </p:sp>
      <p:sp>
        <p:nvSpPr>
          <p:cNvPr id="15" name="Rectangle: Rounded Corners 14">
            <a:extLst>
              <a:ext uri="{FF2B5EF4-FFF2-40B4-BE49-F238E27FC236}">
                <a16:creationId xmlns:a16="http://schemas.microsoft.com/office/drawing/2014/main" id="{A7BF3244-EE62-7899-DEAD-184828A8BB2A}"/>
              </a:ext>
            </a:extLst>
          </p:cNvPr>
          <p:cNvSpPr/>
          <p:nvPr/>
        </p:nvSpPr>
        <p:spPr>
          <a:xfrm>
            <a:off x="3207653" y="2106903"/>
            <a:ext cx="927652" cy="167723"/>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top-pad</a:t>
            </a:r>
            <a:endParaRPr lang="en-NL" sz="600" dirty="0">
              <a:solidFill>
                <a:schemeClr val="accent5">
                  <a:lumMod val="40000"/>
                  <a:lumOff val="60000"/>
                </a:schemeClr>
              </a:solidFill>
            </a:endParaRPr>
          </a:p>
        </p:txBody>
      </p:sp>
      <p:sp>
        <p:nvSpPr>
          <p:cNvPr id="16" name="Rectangle: Rounded Corners 15">
            <a:extLst>
              <a:ext uri="{FF2B5EF4-FFF2-40B4-BE49-F238E27FC236}">
                <a16:creationId xmlns:a16="http://schemas.microsoft.com/office/drawing/2014/main" id="{396C7248-11BD-8CCE-5E89-9C77B282D5F3}"/>
              </a:ext>
            </a:extLst>
          </p:cNvPr>
          <p:cNvSpPr/>
          <p:nvPr/>
        </p:nvSpPr>
        <p:spPr>
          <a:xfrm>
            <a:off x="3163401" y="3779560"/>
            <a:ext cx="927652" cy="125544"/>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400" dirty="0">
                <a:solidFill>
                  <a:schemeClr val="accent5">
                    <a:lumMod val="40000"/>
                    <a:lumOff val="60000"/>
                  </a:schemeClr>
                </a:solidFill>
              </a:rPr>
              <a:t>bottom-pad</a:t>
            </a:r>
            <a:endParaRPr lang="en-NL" sz="400" dirty="0">
              <a:solidFill>
                <a:schemeClr val="accent5">
                  <a:lumMod val="40000"/>
                  <a:lumOff val="60000"/>
                </a:schemeClr>
              </a:solidFill>
            </a:endParaRPr>
          </a:p>
        </p:txBody>
      </p:sp>
      <p:sp>
        <p:nvSpPr>
          <p:cNvPr id="17" name="Rectangle: Rounded Corners 16">
            <a:extLst>
              <a:ext uri="{FF2B5EF4-FFF2-40B4-BE49-F238E27FC236}">
                <a16:creationId xmlns:a16="http://schemas.microsoft.com/office/drawing/2014/main" id="{5EAEA08B-9446-C0EC-15B6-386D8CC090C1}"/>
              </a:ext>
            </a:extLst>
          </p:cNvPr>
          <p:cNvSpPr/>
          <p:nvPr/>
        </p:nvSpPr>
        <p:spPr>
          <a:xfrm rot="10800000" flipH="1" flipV="1">
            <a:off x="2499354" y="2819378"/>
            <a:ext cx="377823" cy="19074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dynamic</a:t>
            </a:r>
          </a:p>
          <a:p>
            <a:pPr algn="ctr"/>
            <a:r>
              <a:rPr lang="en-US" sz="600" dirty="0">
                <a:solidFill>
                  <a:schemeClr val="accent5">
                    <a:lumMod val="40000"/>
                    <a:lumOff val="60000"/>
                  </a:schemeClr>
                </a:solidFill>
              </a:rPr>
              <a:t>pad </a:t>
            </a:r>
            <a:endParaRPr lang="en-NL" sz="600" dirty="0">
              <a:solidFill>
                <a:schemeClr val="accent5">
                  <a:lumMod val="40000"/>
                  <a:lumOff val="60000"/>
                </a:schemeClr>
              </a:solidFill>
            </a:endParaRPr>
          </a:p>
        </p:txBody>
      </p:sp>
      <p:sp>
        <p:nvSpPr>
          <p:cNvPr id="18" name="Rectangle: Rounded Corners 17">
            <a:extLst>
              <a:ext uri="{FF2B5EF4-FFF2-40B4-BE49-F238E27FC236}">
                <a16:creationId xmlns:a16="http://schemas.microsoft.com/office/drawing/2014/main" id="{F0C48D95-4556-DCA4-E9C6-F44EEEA25282}"/>
              </a:ext>
            </a:extLst>
          </p:cNvPr>
          <p:cNvSpPr/>
          <p:nvPr/>
        </p:nvSpPr>
        <p:spPr>
          <a:xfrm rot="10800000" flipH="1" flipV="1">
            <a:off x="4357277" y="2819379"/>
            <a:ext cx="377823" cy="19074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dynamic</a:t>
            </a:r>
          </a:p>
          <a:p>
            <a:pPr algn="ctr"/>
            <a:r>
              <a:rPr lang="en-US" sz="600" dirty="0">
                <a:solidFill>
                  <a:schemeClr val="accent5">
                    <a:lumMod val="40000"/>
                    <a:lumOff val="60000"/>
                  </a:schemeClr>
                </a:solidFill>
              </a:rPr>
              <a:t>pad </a:t>
            </a:r>
            <a:endParaRPr lang="en-NL" sz="600" dirty="0">
              <a:solidFill>
                <a:schemeClr val="accent5">
                  <a:lumMod val="40000"/>
                  <a:lumOff val="60000"/>
                </a:schemeClr>
              </a:solidFill>
            </a:endParaRPr>
          </a:p>
        </p:txBody>
      </p:sp>
      <p:sp>
        <p:nvSpPr>
          <p:cNvPr id="19" name="Rectangle 18">
            <a:extLst>
              <a:ext uri="{FF2B5EF4-FFF2-40B4-BE49-F238E27FC236}">
                <a16:creationId xmlns:a16="http://schemas.microsoft.com/office/drawing/2014/main" id="{C1B2C963-4178-E8DA-6BEF-A47D5F7CFF8A}"/>
              </a:ext>
            </a:extLst>
          </p:cNvPr>
          <p:cNvSpPr/>
          <p:nvPr/>
        </p:nvSpPr>
        <p:spPr>
          <a:xfrm>
            <a:off x="2880828" y="2627644"/>
            <a:ext cx="1471472" cy="518024"/>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Animations</a:t>
            </a:r>
            <a:endParaRPr lang="en-NL" dirty="0">
              <a:solidFill>
                <a:schemeClr val="tx1"/>
              </a:solidFill>
            </a:endParaRPr>
          </a:p>
        </p:txBody>
      </p:sp>
      <p:sp>
        <p:nvSpPr>
          <p:cNvPr id="20" name="Rectangle: Rounded Corners 19">
            <a:extLst>
              <a:ext uri="{FF2B5EF4-FFF2-40B4-BE49-F238E27FC236}">
                <a16:creationId xmlns:a16="http://schemas.microsoft.com/office/drawing/2014/main" id="{3C71415E-04FC-0E3F-BB79-1F63A3625853}"/>
              </a:ext>
            </a:extLst>
          </p:cNvPr>
          <p:cNvSpPr/>
          <p:nvPr/>
        </p:nvSpPr>
        <p:spPr>
          <a:xfrm>
            <a:off x="3501572" y="2400218"/>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21" name="Rectangle: Rounded Corners 20">
            <a:extLst>
              <a:ext uri="{FF2B5EF4-FFF2-40B4-BE49-F238E27FC236}">
                <a16:creationId xmlns:a16="http://schemas.microsoft.com/office/drawing/2014/main" id="{9D2FF998-C094-6B05-3F0C-E71BA63893B2}"/>
              </a:ext>
            </a:extLst>
          </p:cNvPr>
          <p:cNvSpPr/>
          <p:nvPr/>
        </p:nvSpPr>
        <p:spPr>
          <a:xfrm>
            <a:off x="3501572" y="3152863"/>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22" name="Rectangle: Top Corners Rounded 21">
            <a:extLst>
              <a:ext uri="{FF2B5EF4-FFF2-40B4-BE49-F238E27FC236}">
                <a16:creationId xmlns:a16="http://schemas.microsoft.com/office/drawing/2014/main" id="{C1815BBB-4AB1-6216-4712-A72AFCA3DEA0}"/>
              </a:ext>
            </a:extLst>
          </p:cNvPr>
          <p:cNvSpPr/>
          <p:nvPr/>
        </p:nvSpPr>
        <p:spPr>
          <a:xfrm rot="10800000">
            <a:off x="2499353" y="3191195"/>
            <a:ext cx="2221597" cy="52353"/>
          </a:xfrm>
          <a:prstGeom prst="round2SameRect">
            <a:avLst/>
          </a:prstGeom>
          <a:solidFill>
            <a:schemeClr val="tx2">
              <a:lumMod val="10000"/>
              <a:lumOff val="90000"/>
            </a:schemeClr>
          </a:solidFill>
          <a:ln>
            <a:prstDash val="sysDash"/>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a:p>
        </p:txBody>
      </p:sp>
      <p:sp>
        <p:nvSpPr>
          <p:cNvPr id="23" name="Rectangle 22">
            <a:extLst>
              <a:ext uri="{FF2B5EF4-FFF2-40B4-BE49-F238E27FC236}">
                <a16:creationId xmlns:a16="http://schemas.microsoft.com/office/drawing/2014/main" id="{BC210AE2-28EF-5FB7-4531-6A157F6FC287}"/>
              </a:ext>
            </a:extLst>
          </p:cNvPr>
          <p:cNvSpPr/>
          <p:nvPr/>
        </p:nvSpPr>
        <p:spPr>
          <a:xfrm>
            <a:off x="4789274" y="2402839"/>
            <a:ext cx="1478999" cy="99596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endParaRPr>
          </a:p>
        </p:txBody>
      </p:sp>
      <p:sp>
        <p:nvSpPr>
          <p:cNvPr id="24" name="Rectangle: Rounded Corners 23">
            <a:extLst>
              <a:ext uri="{FF2B5EF4-FFF2-40B4-BE49-F238E27FC236}">
                <a16:creationId xmlns:a16="http://schemas.microsoft.com/office/drawing/2014/main" id="{47CD84E1-AD29-78BB-7B70-4AF2E8533C2D}"/>
              </a:ext>
            </a:extLst>
          </p:cNvPr>
          <p:cNvSpPr/>
          <p:nvPr/>
        </p:nvSpPr>
        <p:spPr>
          <a:xfrm rot="10800000" flipH="1" flipV="1">
            <a:off x="4801019" y="2821999"/>
            <a:ext cx="377823" cy="19074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dynamic</a:t>
            </a:r>
          </a:p>
          <a:p>
            <a:pPr algn="ctr"/>
            <a:r>
              <a:rPr lang="en-US" sz="600" dirty="0">
                <a:solidFill>
                  <a:schemeClr val="accent5">
                    <a:lumMod val="40000"/>
                    <a:lumOff val="60000"/>
                  </a:schemeClr>
                </a:solidFill>
              </a:rPr>
              <a:t>pad </a:t>
            </a:r>
            <a:endParaRPr lang="en-NL" sz="600" dirty="0">
              <a:solidFill>
                <a:schemeClr val="accent5">
                  <a:lumMod val="40000"/>
                  <a:lumOff val="60000"/>
                </a:schemeClr>
              </a:solidFill>
            </a:endParaRPr>
          </a:p>
        </p:txBody>
      </p:sp>
      <p:sp>
        <p:nvSpPr>
          <p:cNvPr id="25" name="Rectangle: Rounded Corners 24">
            <a:extLst>
              <a:ext uri="{FF2B5EF4-FFF2-40B4-BE49-F238E27FC236}">
                <a16:creationId xmlns:a16="http://schemas.microsoft.com/office/drawing/2014/main" id="{33F23025-F612-9400-587E-4B7AA441DED1}"/>
              </a:ext>
            </a:extLst>
          </p:cNvPr>
          <p:cNvSpPr/>
          <p:nvPr/>
        </p:nvSpPr>
        <p:spPr>
          <a:xfrm rot="10800000" flipH="1" flipV="1">
            <a:off x="5884225" y="2820415"/>
            <a:ext cx="377823" cy="19074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dynamic</a:t>
            </a:r>
          </a:p>
          <a:p>
            <a:pPr algn="ctr"/>
            <a:r>
              <a:rPr lang="en-US" sz="600" dirty="0">
                <a:solidFill>
                  <a:schemeClr val="accent5">
                    <a:lumMod val="40000"/>
                    <a:lumOff val="60000"/>
                  </a:schemeClr>
                </a:solidFill>
              </a:rPr>
              <a:t>pad </a:t>
            </a:r>
            <a:endParaRPr lang="en-NL" sz="600" dirty="0">
              <a:solidFill>
                <a:schemeClr val="accent5">
                  <a:lumMod val="40000"/>
                  <a:lumOff val="60000"/>
                </a:schemeClr>
              </a:solidFill>
            </a:endParaRPr>
          </a:p>
        </p:txBody>
      </p:sp>
      <p:sp>
        <p:nvSpPr>
          <p:cNvPr id="26" name="Rectangle 25">
            <a:extLst>
              <a:ext uri="{FF2B5EF4-FFF2-40B4-BE49-F238E27FC236}">
                <a16:creationId xmlns:a16="http://schemas.microsoft.com/office/drawing/2014/main" id="{90C35672-6731-55AB-65E2-E21AFAEE0CF9}"/>
              </a:ext>
            </a:extLst>
          </p:cNvPr>
          <p:cNvSpPr/>
          <p:nvPr/>
        </p:nvSpPr>
        <p:spPr>
          <a:xfrm>
            <a:off x="5182493" y="2630265"/>
            <a:ext cx="691461" cy="51394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Draw</a:t>
            </a:r>
            <a:endParaRPr lang="en-NL" dirty="0">
              <a:solidFill>
                <a:schemeClr val="tx1"/>
              </a:solidFill>
            </a:endParaRPr>
          </a:p>
        </p:txBody>
      </p:sp>
      <p:sp>
        <p:nvSpPr>
          <p:cNvPr id="27" name="Rectangle: Rounded Corners 26">
            <a:extLst>
              <a:ext uri="{FF2B5EF4-FFF2-40B4-BE49-F238E27FC236}">
                <a16:creationId xmlns:a16="http://schemas.microsoft.com/office/drawing/2014/main" id="{A267C586-5DB9-7E29-2B1A-0A49111FE7C6}"/>
              </a:ext>
            </a:extLst>
          </p:cNvPr>
          <p:cNvSpPr/>
          <p:nvPr/>
        </p:nvSpPr>
        <p:spPr>
          <a:xfrm>
            <a:off x="5386935" y="2397248"/>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28" name="Rectangle: Rounded Corners 27">
            <a:extLst>
              <a:ext uri="{FF2B5EF4-FFF2-40B4-BE49-F238E27FC236}">
                <a16:creationId xmlns:a16="http://schemas.microsoft.com/office/drawing/2014/main" id="{3660655C-2182-91D3-607C-07C26F76C048}"/>
              </a:ext>
            </a:extLst>
          </p:cNvPr>
          <p:cNvSpPr/>
          <p:nvPr/>
        </p:nvSpPr>
        <p:spPr>
          <a:xfrm>
            <a:off x="5386935" y="3152863"/>
            <a:ext cx="238609" cy="234761"/>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29" name="Rectangle 28">
            <a:extLst>
              <a:ext uri="{FF2B5EF4-FFF2-40B4-BE49-F238E27FC236}">
                <a16:creationId xmlns:a16="http://schemas.microsoft.com/office/drawing/2014/main" id="{7114D07D-2DE3-DC39-E22F-FA9F60BAFF3D}"/>
              </a:ext>
            </a:extLst>
          </p:cNvPr>
          <p:cNvSpPr/>
          <p:nvPr/>
        </p:nvSpPr>
        <p:spPr>
          <a:xfrm>
            <a:off x="4754503" y="2346725"/>
            <a:ext cx="18000" cy="1115207"/>
          </a:xfrm>
          <a:prstGeom prst="rect">
            <a:avLst/>
          </a:prstGeom>
          <a:solidFill>
            <a:srgbClr val="FFB7B7"/>
          </a:solidFill>
          <a:ln w="3175">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0" name="Rectangle 29">
            <a:extLst>
              <a:ext uri="{FF2B5EF4-FFF2-40B4-BE49-F238E27FC236}">
                <a16:creationId xmlns:a16="http://schemas.microsoft.com/office/drawing/2014/main" id="{33078E24-E55F-D66E-C11D-83E637505B28}"/>
              </a:ext>
            </a:extLst>
          </p:cNvPr>
          <p:cNvSpPr/>
          <p:nvPr/>
        </p:nvSpPr>
        <p:spPr>
          <a:xfrm>
            <a:off x="2455951" y="2346725"/>
            <a:ext cx="18000" cy="1115207"/>
          </a:xfrm>
          <a:prstGeom prst="rect">
            <a:avLst/>
          </a:prstGeom>
          <a:solidFill>
            <a:srgbClr val="FFB7B7"/>
          </a:solidFill>
          <a:ln w="3175">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3" name="Rectangle: Rounded Corners 32">
            <a:extLst>
              <a:ext uri="{FF2B5EF4-FFF2-40B4-BE49-F238E27FC236}">
                <a16:creationId xmlns:a16="http://schemas.microsoft.com/office/drawing/2014/main" id="{711AA53C-9FCA-B63C-FDD4-A530AE321FCA}"/>
              </a:ext>
            </a:extLst>
          </p:cNvPr>
          <p:cNvSpPr/>
          <p:nvPr/>
        </p:nvSpPr>
        <p:spPr>
          <a:xfrm>
            <a:off x="7802671" y="3206369"/>
            <a:ext cx="220386" cy="177800"/>
          </a:xfrm>
          <a:prstGeom prst="roundRect">
            <a:avLst/>
          </a:prstGeom>
          <a:solidFill>
            <a:srgbClr val="F9E7F7"/>
          </a:solid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600" dirty="0">
              <a:solidFill>
                <a:schemeClr val="accent5">
                  <a:lumMod val="60000"/>
                  <a:lumOff val="40000"/>
                </a:schemeClr>
              </a:solidFill>
            </a:endParaRPr>
          </a:p>
        </p:txBody>
      </p:sp>
      <p:sp>
        <p:nvSpPr>
          <p:cNvPr id="34" name="Rectangle 33">
            <a:extLst>
              <a:ext uri="{FF2B5EF4-FFF2-40B4-BE49-F238E27FC236}">
                <a16:creationId xmlns:a16="http://schemas.microsoft.com/office/drawing/2014/main" id="{D678C795-3216-C097-AEB8-CBE1FC76C789}"/>
              </a:ext>
            </a:extLst>
          </p:cNvPr>
          <p:cNvSpPr/>
          <p:nvPr/>
        </p:nvSpPr>
        <p:spPr>
          <a:xfrm>
            <a:off x="6317902" y="2404295"/>
            <a:ext cx="1478999" cy="995967"/>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endParaRPr>
          </a:p>
        </p:txBody>
      </p:sp>
      <p:sp>
        <p:nvSpPr>
          <p:cNvPr id="35" name="Rectangle: Rounded Corners 34">
            <a:extLst>
              <a:ext uri="{FF2B5EF4-FFF2-40B4-BE49-F238E27FC236}">
                <a16:creationId xmlns:a16="http://schemas.microsoft.com/office/drawing/2014/main" id="{2DF6ECE5-A595-EEFE-F742-DAAC4E8373D8}"/>
              </a:ext>
            </a:extLst>
          </p:cNvPr>
          <p:cNvSpPr/>
          <p:nvPr/>
        </p:nvSpPr>
        <p:spPr>
          <a:xfrm rot="10800000" flipH="1" flipV="1">
            <a:off x="6329647" y="2823455"/>
            <a:ext cx="377823" cy="19074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dynamic</a:t>
            </a:r>
          </a:p>
          <a:p>
            <a:pPr algn="ctr"/>
            <a:r>
              <a:rPr lang="en-US" sz="600" dirty="0">
                <a:solidFill>
                  <a:schemeClr val="accent5">
                    <a:lumMod val="40000"/>
                    <a:lumOff val="60000"/>
                  </a:schemeClr>
                </a:solidFill>
              </a:rPr>
              <a:t>pad </a:t>
            </a:r>
            <a:endParaRPr lang="en-NL" sz="600" dirty="0">
              <a:solidFill>
                <a:schemeClr val="accent5">
                  <a:lumMod val="40000"/>
                  <a:lumOff val="60000"/>
                </a:schemeClr>
              </a:solidFill>
            </a:endParaRPr>
          </a:p>
        </p:txBody>
      </p:sp>
      <p:sp>
        <p:nvSpPr>
          <p:cNvPr id="36" name="Rectangle: Rounded Corners 35">
            <a:extLst>
              <a:ext uri="{FF2B5EF4-FFF2-40B4-BE49-F238E27FC236}">
                <a16:creationId xmlns:a16="http://schemas.microsoft.com/office/drawing/2014/main" id="{361631E1-9C2A-3A01-477D-6C4D10C13627}"/>
              </a:ext>
            </a:extLst>
          </p:cNvPr>
          <p:cNvSpPr/>
          <p:nvPr/>
        </p:nvSpPr>
        <p:spPr>
          <a:xfrm rot="10800000" flipH="1" flipV="1">
            <a:off x="7412853" y="2821871"/>
            <a:ext cx="377823" cy="190740"/>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dynamic</a:t>
            </a:r>
          </a:p>
          <a:p>
            <a:pPr algn="ctr"/>
            <a:r>
              <a:rPr lang="en-US" sz="600" dirty="0">
                <a:solidFill>
                  <a:schemeClr val="accent5">
                    <a:lumMod val="40000"/>
                    <a:lumOff val="60000"/>
                  </a:schemeClr>
                </a:solidFill>
              </a:rPr>
              <a:t>pad </a:t>
            </a:r>
            <a:endParaRPr lang="en-NL" sz="600" dirty="0">
              <a:solidFill>
                <a:schemeClr val="accent5">
                  <a:lumMod val="40000"/>
                  <a:lumOff val="60000"/>
                </a:schemeClr>
              </a:solidFill>
            </a:endParaRPr>
          </a:p>
        </p:txBody>
      </p:sp>
      <p:sp>
        <p:nvSpPr>
          <p:cNvPr id="37" name="Rectangle 36">
            <a:extLst>
              <a:ext uri="{FF2B5EF4-FFF2-40B4-BE49-F238E27FC236}">
                <a16:creationId xmlns:a16="http://schemas.microsoft.com/office/drawing/2014/main" id="{4F8E6E7F-1443-7D09-F841-4F9F88600B9C}"/>
              </a:ext>
            </a:extLst>
          </p:cNvPr>
          <p:cNvSpPr/>
          <p:nvPr/>
        </p:nvSpPr>
        <p:spPr>
          <a:xfrm>
            <a:off x="6711121" y="2631721"/>
            <a:ext cx="691461" cy="512491"/>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Help</a:t>
            </a:r>
            <a:endParaRPr lang="en-NL" dirty="0">
              <a:solidFill>
                <a:schemeClr val="tx1"/>
              </a:solidFill>
            </a:endParaRPr>
          </a:p>
        </p:txBody>
      </p:sp>
      <p:sp>
        <p:nvSpPr>
          <p:cNvPr id="38" name="Rectangle: Rounded Corners 37">
            <a:extLst>
              <a:ext uri="{FF2B5EF4-FFF2-40B4-BE49-F238E27FC236}">
                <a16:creationId xmlns:a16="http://schemas.microsoft.com/office/drawing/2014/main" id="{AF8B04E1-DD6D-B9BB-5D4C-A37554D020C7}"/>
              </a:ext>
            </a:extLst>
          </p:cNvPr>
          <p:cNvSpPr/>
          <p:nvPr/>
        </p:nvSpPr>
        <p:spPr>
          <a:xfrm>
            <a:off x="6915563" y="2398704"/>
            <a:ext cx="238609" cy="227426"/>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39" name="Rectangle: Rounded Corners 38">
            <a:extLst>
              <a:ext uri="{FF2B5EF4-FFF2-40B4-BE49-F238E27FC236}">
                <a16:creationId xmlns:a16="http://schemas.microsoft.com/office/drawing/2014/main" id="{56238CF1-7F64-0EFF-3D36-4F9087974C26}"/>
              </a:ext>
            </a:extLst>
          </p:cNvPr>
          <p:cNvSpPr/>
          <p:nvPr/>
        </p:nvSpPr>
        <p:spPr>
          <a:xfrm>
            <a:off x="6915563" y="3154319"/>
            <a:ext cx="238609" cy="234761"/>
          </a:xfrm>
          <a:prstGeom prst="roundRect">
            <a:avLst/>
          </a:prstGeom>
          <a:noFill/>
          <a:ln w="31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600" dirty="0">
                <a:solidFill>
                  <a:schemeClr val="accent5">
                    <a:lumMod val="40000"/>
                    <a:lumOff val="60000"/>
                  </a:schemeClr>
                </a:solidFill>
              </a:rPr>
              <a:t>pad</a:t>
            </a:r>
            <a:endParaRPr lang="en-NL" sz="600" dirty="0">
              <a:solidFill>
                <a:schemeClr val="accent5">
                  <a:lumMod val="40000"/>
                  <a:lumOff val="60000"/>
                </a:schemeClr>
              </a:solidFill>
            </a:endParaRPr>
          </a:p>
        </p:txBody>
      </p:sp>
      <p:sp>
        <p:nvSpPr>
          <p:cNvPr id="40" name="Rectangle 39">
            <a:extLst>
              <a:ext uri="{FF2B5EF4-FFF2-40B4-BE49-F238E27FC236}">
                <a16:creationId xmlns:a16="http://schemas.microsoft.com/office/drawing/2014/main" id="{DF87B771-577C-F91D-0090-714CA6EB3922}"/>
              </a:ext>
            </a:extLst>
          </p:cNvPr>
          <p:cNvSpPr/>
          <p:nvPr/>
        </p:nvSpPr>
        <p:spPr>
          <a:xfrm>
            <a:off x="6283131" y="2348181"/>
            <a:ext cx="18000" cy="1115207"/>
          </a:xfrm>
          <a:prstGeom prst="rect">
            <a:avLst/>
          </a:prstGeom>
          <a:solidFill>
            <a:srgbClr val="FFB7B7"/>
          </a:solidFill>
          <a:ln w="3175">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1" name="Rectangle 40">
            <a:extLst>
              <a:ext uri="{FF2B5EF4-FFF2-40B4-BE49-F238E27FC236}">
                <a16:creationId xmlns:a16="http://schemas.microsoft.com/office/drawing/2014/main" id="{21071BFD-89B9-B620-0BF8-BE9E5C497450}"/>
              </a:ext>
            </a:extLst>
          </p:cNvPr>
          <p:cNvSpPr/>
          <p:nvPr/>
        </p:nvSpPr>
        <p:spPr>
          <a:xfrm>
            <a:off x="107951" y="3672031"/>
            <a:ext cx="9442449" cy="1051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i="1" dirty="0"/>
              <a:t>shadow bar</a:t>
            </a:r>
            <a:endParaRPr lang="en-NL" sz="600" i="1" dirty="0"/>
          </a:p>
        </p:txBody>
      </p:sp>
      <p:sp>
        <p:nvSpPr>
          <p:cNvPr id="44" name="Rectangle: Top Corners Rounded 43">
            <a:extLst>
              <a:ext uri="{FF2B5EF4-FFF2-40B4-BE49-F238E27FC236}">
                <a16:creationId xmlns:a16="http://schemas.microsoft.com/office/drawing/2014/main" id="{5CD2A20C-F14C-DED2-3868-13C2B6397728}"/>
              </a:ext>
            </a:extLst>
          </p:cNvPr>
          <p:cNvSpPr/>
          <p:nvPr/>
        </p:nvSpPr>
        <p:spPr>
          <a:xfrm rot="10800000">
            <a:off x="1450459" y="3188110"/>
            <a:ext cx="576356" cy="51063"/>
          </a:xfrm>
          <a:prstGeom prst="round2Same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a:p>
        </p:txBody>
      </p:sp>
      <p:sp>
        <p:nvSpPr>
          <p:cNvPr id="45" name="Rectangle: Top Corners Rounded 44">
            <a:extLst>
              <a:ext uri="{FF2B5EF4-FFF2-40B4-BE49-F238E27FC236}">
                <a16:creationId xmlns:a16="http://schemas.microsoft.com/office/drawing/2014/main" id="{E76406DF-BA9D-F5C7-E459-646FA456B3F3}"/>
              </a:ext>
            </a:extLst>
          </p:cNvPr>
          <p:cNvSpPr/>
          <p:nvPr/>
        </p:nvSpPr>
        <p:spPr>
          <a:xfrm rot="10800000">
            <a:off x="5178842" y="3183510"/>
            <a:ext cx="685641" cy="45719"/>
          </a:xfrm>
          <a:prstGeom prst="round2Same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a:p>
        </p:txBody>
      </p:sp>
      <p:sp>
        <p:nvSpPr>
          <p:cNvPr id="46" name="Rectangle: Top Corners Rounded 45">
            <a:extLst>
              <a:ext uri="{FF2B5EF4-FFF2-40B4-BE49-F238E27FC236}">
                <a16:creationId xmlns:a16="http://schemas.microsoft.com/office/drawing/2014/main" id="{BBDD1948-3AB4-4F12-542C-F55373477975}"/>
              </a:ext>
            </a:extLst>
          </p:cNvPr>
          <p:cNvSpPr/>
          <p:nvPr/>
        </p:nvSpPr>
        <p:spPr>
          <a:xfrm rot="10800000">
            <a:off x="6711246" y="3180062"/>
            <a:ext cx="691336" cy="52859"/>
          </a:xfrm>
          <a:prstGeom prst="round2Same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a:p>
        </p:txBody>
      </p:sp>
      <p:sp>
        <p:nvSpPr>
          <p:cNvPr id="49" name="Rectangle 48">
            <a:extLst>
              <a:ext uri="{FF2B5EF4-FFF2-40B4-BE49-F238E27FC236}">
                <a16:creationId xmlns:a16="http://schemas.microsoft.com/office/drawing/2014/main" id="{E4DEC335-DA29-CBB1-7743-FEE158F0A00E}"/>
              </a:ext>
            </a:extLst>
          </p:cNvPr>
          <p:cNvSpPr/>
          <p:nvPr/>
        </p:nvSpPr>
        <p:spPr>
          <a:xfrm>
            <a:off x="160292" y="2274626"/>
            <a:ext cx="9332957" cy="13321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chemeClr val="tx1"/>
              </a:solidFill>
            </a:endParaRPr>
          </a:p>
        </p:txBody>
      </p:sp>
      <p:sp>
        <p:nvSpPr>
          <p:cNvPr id="50" name="Rectangle 49">
            <a:extLst>
              <a:ext uri="{FF2B5EF4-FFF2-40B4-BE49-F238E27FC236}">
                <a16:creationId xmlns:a16="http://schemas.microsoft.com/office/drawing/2014/main" id="{7E364E3A-4933-6B64-EADA-F84CBACB6277}"/>
              </a:ext>
            </a:extLst>
          </p:cNvPr>
          <p:cNvSpPr/>
          <p:nvPr/>
        </p:nvSpPr>
        <p:spPr>
          <a:xfrm>
            <a:off x="214302" y="2358943"/>
            <a:ext cx="430973" cy="111520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err="1"/>
              <a:t>ico</a:t>
            </a:r>
            <a:endParaRPr lang="en-NL" sz="1400" dirty="0"/>
          </a:p>
        </p:txBody>
      </p:sp>
      <p:sp>
        <p:nvSpPr>
          <p:cNvPr id="52" name="Rectangle 51">
            <a:extLst>
              <a:ext uri="{FF2B5EF4-FFF2-40B4-BE49-F238E27FC236}">
                <a16:creationId xmlns:a16="http://schemas.microsoft.com/office/drawing/2014/main" id="{C80CD4D7-B41E-2BFC-5767-C4D66A0CD710}"/>
              </a:ext>
            </a:extLst>
          </p:cNvPr>
          <p:cNvSpPr/>
          <p:nvPr/>
        </p:nvSpPr>
        <p:spPr>
          <a:xfrm>
            <a:off x="8474590" y="2358943"/>
            <a:ext cx="301201" cy="111520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_</a:t>
            </a:r>
            <a:endParaRPr lang="en-NL" sz="1400" dirty="0"/>
          </a:p>
        </p:txBody>
      </p:sp>
      <p:sp>
        <p:nvSpPr>
          <p:cNvPr id="53" name="Rectangle 52">
            <a:extLst>
              <a:ext uri="{FF2B5EF4-FFF2-40B4-BE49-F238E27FC236}">
                <a16:creationId xmlns:a16="http://schemas.microsoft.com/office/drawing/2014/main" id="{9ACE2FAC-0CF6-CD6B-CC24-AC50B2364641}"/>
              </a:ext>
            </a:extLst>
          </p:cNvPr>
          <p:cNvSpPr/>
          <p:nvPr/>
        </p:nvSpPr>
        <p:spPr>
          <a:xfrm>
            <a:off x="8809665" y="2358943"/>
            <a:ext cx="301201" cy="111520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a:t>
            </a:r>
            <a:endParaRPr lang="en-NL" sz="1400" dirty="0"/>
          </a:p>
        </p:txBody>
      </p:sp>
      <p:sp>
        <p:nvSpPr>
          <p:cNvPr id="54" name="Rectangle 53">
            <a:extLst>
              <a:ext uri="{FF2B5EF4-FFF2-40B4-BE49-F238E27FC236}">
                <a16:creationId xmlns:a16="http://schemas.microsoft.com/office/drawing/2014/main" id="{64F6FB9C-986C-D314-CF56-94334BC4A0AE}"/>
              </a:ext>
            </a:extLst>
          </p:cNvPr>
          <p:cNvSpPr/>
          <p:nvPr/>
        </p:nvSpPr>
        <p:spPr>
          <a:xfrm>
            <a:off x="9155246" y="2358943"/>
            <a:ext cx="301201" cy="111520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X</a:t>
            </a:r>
            <a:endParaRPr lang="en-NL" sz="1400" dirty="0"/>
          </a:p>
        </p:txBody>
      </p:sp>
      <p:sp>
        <p:nvSpPr>
          <p:cNvPr id="55" name="TextBox 54">
            <a:extLst>
              <a:ext uri="{FF2B5EF4-FFF2-40B4-BE49-F238E27FC236}">
                <a16:creationId xmlns:a16="http://schemas.microsoft.com/office/drawing/2014/main" id="{48C217BC-9933-1D85-5400-35A298C42FA1}"/>
              </a:ext>
            </a:extLst>
          </p:cNvPr>
          <p:cNvSpPr txBox="1"/>
          <p:nvPr/>
        </p:nvSpPr>
        <p:spPr>
          <a:xfrm>
            <a:off x="3501572" y="1714500"/>
            <a:ext cx="2091726" cy="369332"/>
          </a:xfrm>
          <a:prstGeom prst="rect">
            <a:avLst/>
          </a:prstGeom>
          <a:noFill/>
        </p:spPr>
        <p:txBody>
          <a:bodyPr wrap="none" rtlCol="0">
            <a:spAutoFit/>
          </a:bodyPr>
          <a:lstStyle/>
          <a:p>
            <a:r>
              <a:rPr lang="en-US" dirty="0"/>
              <a:t>Single UI Bar Variant</a:t>
            </a:r>
            <a:endParaRPr lang="en-NL" dirty="0"/>
          </a:p>
        </p:txBody>
      </p:sp>
      <p:sp>
        <p:nvSpPr>
          <p:cNvPr id="56" name="Rectangle 55">
            <a:extLst>
              <a:ext uri="{FF2B5EF4-FFF2-40B4-BE49-F238E27FC236}">
                <a16:creationId xmlns:a16="http://schemas.microsoft.com/office/drawing/2014/main" id="{8406E3D1-C052-3E9A-495D-CACB5F166309}"/>
              </a:ext>
            </a:extLst>
          </p:cNvPr>
          <p:cNvSpPr/>
          <p:nvPr/>
        </p:nvSpPr>
        <p:spPr>
          <a:xfrm>
            <a:off x="606974" y="5537916"/>
            <a:ext cx="7776694" cy="1115207"/>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400">
              <a:solidFill>
                <a:schemeClr val="tx1"/>
              </a:solidFill>
            </a:endParaRPr>
          </a:p>
        </p:txBody>
      </p:sp>
      <p:sp>
        <p:nvSpPr>
          <p:cNvPr id="57" name="Rectangle 56">
            <a:extLst>
              <a:ext uri="{FF2B5EF4-FFF2-40B4-BE49-F238E27FC236}">
                <a16:creationId xmlns:a16="http://schemas.microsoft.com/office/drawing/2014/main" id="{488183FF-CF85-790F-214C-989828DC88E0}"/>
              </a:ext>
            </a:extLst>
          </p:cNvPr>
          <p:cNvSpPr/>
          <p:nvPr/>
        </p:nvSpPr>
        <p:spPr>
          <a:xfrm>
            <a:off x="654186" y="5579191"/>
            <a:ext cx="958600" cy="995967"/>
          </a:xfrm>
          <a:prstGeom prst="rect">
            <a:avLst/>
          </a:prstGeom>
          <a:noFill/>
          <a:ln w="952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400" dirty="0">
              <a:solidFill>
                <a:schemeClr val="tx1"/>
              </a:solidFill>
            </a:endParaRPr>
          </a:p>
        </p:txBody>
      </p:sp>
      <p:sp>
        <p:nvSpPr>
          <p:cNvPr id="58" name="Rectangle 57">
            <a:extLst>
              <a:ext uri="{FF2B5EF4-FFF2-40B4-BE49-F238E27FC236}">
                <a16:creationId xmlns:a16="http://schemas.microsoft.com/office/drawing/2014/main" id="{71F87FB7-D5D1-65AE-1630-2751CC122D11}"/>
              </a:ext>
            </a:extLst>
          </p:cNvPr>
          <p:cNvSpPr/>
          <p:nvPr/>
        </p:nvSpPr>
        <p:spPr>
          <a:xfrm>
            <a:off x="1668888" y="5579191"/>
            <a:ext cx="1515020" cy="995967"/>
          </a:xfrm>
          <a:prstGeom prst="rect">
            <a:avLst/>
          </a:prstGeom>
          <a:noFill/>
          <a:ln w="952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400" dirty="0">
              <a:solidFill>
                <a:schemeClr val="tx1"/>
              </a:solidFill>
            </a:endParaRPr>
          </a:p>
        </p:txBody>
      </p:sp>
      <p:sp>
        <p:nvSpPr>
          <p:cNvPr id="59" name="Rectangle: Rounded Corners 58">
            <a:extLst>
              <a:ext uri="{FF2B5EF4-FFF2-40B4-BE49-F238E27FC236}">
                <a16:creationId xmlns:a16="http://schemas.microsoft.com/office/drawing/2014/main" id="{DB9A52CC-37B8-F385-377F-12A865F3F31E}"/>
              </a:ext>
            </a:extLst>
          </p:cNvPr>
          <p:cNvSpPr/>
          <p:nvPr/>
        </p:nvSpPr>
        <p:spPr>
          <a:xfrm>
            <a:off x="58261" y="6274099"/>
            <a:ext cx="204062" cy="177800"/>
          </a:xfrm>
          <a:prstGeom prst="roundRect">
            <a:avLst/>
          </a:prstGeom>
          <a:no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400" dirty="0">
                <a:solidFill>
                  <a:schemeClr val="accent5">
                    <a:lumMod val="40000"/>
                    <a:lumOff val="60000"/>
                  </a:schemeClr>
                </a:solidFill>
              </a:rPr>
              <a:t>left-pad</a:t>
            </a:r>
            <a:endParaRPr lang="en-NL" sz="400" dirty="0">
              <a:solidFill>
                <a:schemeClr val="accent5">
                  <a:lumMod val="40000"/>
                  <a:lumOff val="60000"/>
                </a:schemeClr>
              </a:solidFill>
            </a:endParaRPr>
          </a:p>
        </p:txBody>
      </p:sp>
      <p:sp>
        <p:nvSpPr>
          <p:cNvPr id="60" name="Rectangle 59">
            <a:extLst>
              <a:ext uri="{FF2B5EF4-FFF2-40B4-BE49-F238E27FC236}">
                <a16:creationId xmlns:a16="http://schemas.microsoft.com/office/drawing/2014/main" id="{EFB6E058-CD16-1FAD-04F4-772FCDE5302E}"/>
              </a:ext>
            </a:extLst>
          </p:cNvPr>
          <p:cNvSpPr/>
          <p:nvPr/>
        </p:nvSpPr>
        <p:spPr>
          <a:xfrm>
            <a:off x="973269" y="5806617"/>
            <a:ext cx="340322" cy="518024"/>
          </a:xfrm>
          <a:prstGeom prst="rect">
            <a:avLst/>
          </a:prstGeom>
          <a:noFill/>
          <a:ln w="952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File</a:t>
            </a:r>
            <a:endParaRPr lang="en-NL" sz="1400" dirty="0">
              <a:solidFill>
                <a:schemeClr val="tx1"/>
              </a:solidFill>
            </a:endParaRPr>
          </a:p>
        </p:txBody>
      </p:sp>
      <p:sp>
        <p:nvSpPr>
          <p:cNvPr id="61" name="Rectangle: Rounded Corners 60">
            <a:extLst>
              <a:ext uri="{FF2B5EF4-FFF2-40B4-BE49-F238E27FC236}">
                <a16:creationId xmlns:a16="http://schemas.microsoft.com/office/drawing/2014/main" id="{FFF1FC1C-8FEC-6903-EA82-022045CE7F65}"/>
              </a:ext>
            </a:extLst>
          </p:cNvPr>
          <p:cNvSpPr/>
          <p:nvPr/>
        </p:nvSpPr>
        <p:spPr>
          <a:xfrm>
            <a:off x="1032184" y="6322500"/>
            <a:ext cx="238609" cy="247895"/>
          </a:xfrm>
          <a:prstGeom prst="roundRect">
            <a:avLst/>
          </a:prstGeom>
          <a:no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400" dirty="0">
                <a:solidFill>
                  <a:schemeClr val="accent5">
                    <a:lumMod val="40000"/>
                    <a:lumOff val="60000"/>
                  </a:schemeClr>
                </a:solidFill>
              </a:rPr>
              <a:t>pad</a:t>
            </a:r>
            <a:endParaRPr lang="en-NL" sz="400" dirty="0">
              <a:solidFill>
                <a:schemeClr val="accent5">
                  <a:lumMod val="40000"/>
                  <a:lumOff val="60000"/>
                </a:schemeClr>
              </a:solidFill>
            </a:endParaRPr>
          </a:p>
        </p:txBody>
      </p:sp>
      <p:sp>
        <p:nvSpPr>
          <p:cNvPr id="62" name="Rectangle: Rounded Corners 61">
            <a:extLst>
              <a:ext uri="{FF2B5EF4-FFF2-40B4-BE49-F238E27FC236}">
                <a16:creationId xmlns:a16="http://schemas.microsoft.com/office/drawing/2014/main" id="{844247B0-D314-8864-B7F5-24F198AAD649}"/>
              </a:ext>
            </a:extLst>
          </p:cNvPr>
          <p:cNvSpPr/>
          <p:nvPr/>
        </p:nvSpPr>
        <p:spPr>
          <a:xfrm>
            <a:off x="1032184" y="5577637"/>
            <a:ext cx="238609" cy="227426"/>
          </a:xfrm>
          <a:prstGeom prst="roundRect">
            <a:avLst/>
          </a:prstGeom>
          <a:no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400" dirty="0">
                <a:solidFill>
                  <a:schemeClr val="accent5">
                    <a:lumMod val="40000"/>
                    <a:lumOff val="60000"/>
                  </a:schemeClr>
                </a:solidFill>
              </a:rPr>
              <a:t>pad</a:t>
            </a:r>
            <a:endParaRPr lang="en-NL" sz="400" dirty="0">
              <a:solidFill>
                <a:schemeClr val="accent5">
                  <a:lumMod val="40000"/>
                  <a:lumOff val="60000"/>
                </a:schemeClr>
              </a:solidFill>
            </a:endParaRPr>
          </a:p>
        </p:txBody>
      </p:sp>
      <p:sp>
        <p:nvSpPr>
          <p:cNvPr id="63" name="Rectangle: Rounded Corners 62">
            <a:extLst>
              <a:ext uri="{FF2B5EF4-FFF2-40B4-BE49-F238E27FC236}">
                <a16:creationId xmlns:a16="http://schemas.microsoft.com/office/drawing/2014/main" id="{FD654A81-63EE-A309-C1AF-30C2ACF9104C}"/>
              </a:ext>
            </a:extLst>
          </p:cNvPr>
          <p:cNvSpPr/>
          <p:nvPr/>
        </p:nvSpPr>
        <p:spPr>
          <a:xfrm rot="10800000" flipH="1" flipV="1">
            <a:off x="656301" y="5991881"/>
            <a:ext cx="313316" cy="190740"/>
          </a:xfrm>
          <a:prstGeom prst="roundRect">
            <a:avLst/>
          </a:prstGeom>
          <a:no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400" dirty="0">
                <a:solidFill>
                  <a:schemeClr val="accent5">
                    <a:lumMod val="40000"/>
                    <a:lumOff val="60000"/>
                  </a:schemeClr>
                </a:solidFill>
              </a:rPr>
              <a:t>dynamic</a:t>
            </a:r>
          </a:p>
          <a:p>
            <a:pPr algn="ctr"/>
            <a:r>
              <a:rPr lang="en-US" sz="400" dirty="0">
                <a:solidFill>
                  <a:schemeClr val="accent5">
                    <a:lumMod val="40000"/>
                    <a:lumOff val="60000"/>
                  </a:schemeClr>
                </a:solidFill>
              </a:rPr>
              <a:t>pad </a:t>
            </a:r>
            <a:endParaRPr lang="en-NL" sz="400" dirty="0">
              <a:solidFill>
                <a:schemeClr val="accent5">
                  <a:lumMod val="40000"/>
                  <a:lumOff val="60000"/>
                </a:schemeClr>
              </a:solidFill>
            </a:endParaRPr>
          </a:p>
        </p:txBody>
      </p:sp>
      <p:sp>
        <p:nvSpPr>
          <p:cNvPr id="64" name="Rectangle: Rounded Corners 63">
            <a:extLst>
              <a:ext uri="{FF2B5EF4-FFF2-40B4-BE49-F238E27FC236}">
                <a16:creationId xmlns:a16="http://schemas.microsoft.com/office/drawing/2014/main" id="{7973417C-7426-3897-C891-26D6CACE71A0}"/>
              </a:ext>
            </a:extLst>
          </p:cNvPr>
          <p:cNvSpPr/>
          <p:nvPr/>
        </p:nvSpPr>
        <p:spPr>
          <a:xfrm rot="10800000" flipH="1" flipV="1">
            <a:off x="1313591" y="5994484"/>
            <a:ext cx="299194" cy="190740"/>
          </a:xfrm>
          <a:prstGeom prst="roundRect">
            <a:avLst/>
          </a:prstGeom>
          <a:no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400" dirty="0">
                <a:solidFill>
                  <a:schemeClr val="accent5">
                    <a:lumMod val="40000"/>
                    <a:lumOff val="60000"/>
                  </a:schemeClr>
                </a:solidFill>
              </a:rPr>
              <a:t>dynamic</a:t>
            </a:r>
          </a:p>
          <a:p>
            <a:pPr algn="ctr"/>
            <a:r>
              <a:rPr lang="en-US" sz="400" dirty="0">
                <a:solidFill>
                  <a:schemeClr val="accent5">
                    <a:lumMod val="40000"/>
                    <a:lumOff val="60000"/>
                  </a:schemeClr>
                </a:solidFill>
              </a:rPr>
              <a:t>pad </a:t>
            </a:r>
            <a:endParaRPr lang="en-NL" sz="400" dirty="0">
              <a:solidFill>
                <a:schemeClr val="accent5">
                  <a:lumMod val="40000"/>
                  <a:lumOff val="60000"/>
                </a:schemeClr>
              </a:solidFill>
            </a:endParaRPr>
          </a:p>
        </p:txBody>
      </p:sp>
      <p:sp>
        <p:nvSpPr>
          <p:cNvPr id="65" name="Rectangle: Rounded Corners 64">
            <a:extLst>
              <a:ext uri="{FF2B5EF4-FFF2-40B4-BE49-F238E27FC236}">
                <a16:creationId xmlns:a16="http://schemas.microsoft.com/office/drawing/2014/main" id="{1C18A884-4333-F39F-824F-D76DD170CCCB}"/>
              </a:ext>
            </a:extLst>
          </p:cNvPr>
          <p:cNvSpPr/>
          <p:nvPr/>
        </p:nvSpPr>
        <p:spPr>
          <a:xfrm>
            <a:off x="9279581" y="6323185"/>
            <a:ext cx="262696" cy="178418"/>
          </a:xfrm>
          <a:prstGeom prst="roundRect">
            <a:avLst/>
          </a:prstGeom>
          <a:no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400" dirty="0">
                <a:solidFill>
                  <a:schemeClr val="accent5">
                    <a:lumMod val="40000"/>
                    <a:lumOff val="60000"/>
                  </a:schemeClr>
                </a:solidFill>
              </a:rPr>
              <a:t>right-pad</a:t>
            </a:r>
            <a:endParaRPr lang="en-NL" sz="400" dirty="0">
              <a:solidFill>
                <a:schemeClr val="accent5">
                  <a:lumMod val="40000"/>
                  <a:lumOff val="60000"/>
                </a:schemeClr>
              </a:solidFill>
            </a:endParaRPr>
          </a:p>
        </p:txBody>
      </p:sp>
      <p:sp>
        <p:nvSpPr>
          <p:cNvPr id="66" name="Rectangle 65">
            <a:extLst>
              <a:ext uri="{FF2B5EF4-FFF2-40B4-BE49-F238E27FC236}">
                <a16:creationId xmlns:a16="http://schemas.microsoft.com/office/drawing/2014/main" id="{6ACC3B59-63EF-8075-D04F-9A3EAA6787F5}"/>
              </a:ext>
            </a:extLst>
          </p:cNvPr>
          <p:cNvSpPr/>
          <p:nvPr/>
        </p:nvSpPr>
        <p:spPr>
          <a:xfrm>
            <a:off x="58923" y="5467350"/>
            <a:ext cx="9482994" cy="1347788"/>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400">
              <a:solidFill>
                <a:schemeClr val="tx1"/>
              </a:solidFill>
            </a:endParaRPr>
          </a:p>
        </p:txBody>
      </p:sp>
      <p:sp>
        <p:nvSpPr>
          <p:cNvPr id="69" name="Rectangle: Rounded Corners 68">
            <a:extLst>
              <a:ext uri="{FF2B5EF4-FFF2-40B4-BE49-F238E27FC236}">
                <a16:creationId xmlns:a16="http://schemas.microsoft.com/office/drawing/2014/main" id="{E3B3F835-0ECA-5E40-E4D5-85CD825F8600}"/>
              </a:ext>
            </a:extLst>
          </p:cNvPr>
          <p:cNvSpPr/>
          <p:nvPr/>
        </p:nvSpPr>
        <p:spPr>
          <a:xfrm rot="10800000" flipH="1" flipV="1">
            <a:off x="1670167" y="5998351"/>
            <a:ext cx="299194" cy="190740"/>
          </a:xfrm>
          <a:prstGeom prst="roundRect">
            <a:avLst/>
          </a:prstGeom>
          <a:no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400" dirty="0">
                <a:solidFill>
                  <a:schemeClr val="accent5">
                    <a:lumMod val="40000"/>
                    <a:lumOff val="60000"/>
                  </a:schemeClr>
                </a:solidFill>
              </a:rPr>
              <a:t>dynamic</a:t>
            </a:r>
          </a:p>
          <a:p>
            <a:pPr algn="ctr"/>
            <a:r>
              <a:rPr lang="en-US" sz="400" dirty="0">
                <a:solidFill>
                  <a:schemeClr val="accent5">
                    <a:lumMod val="40000"/>
                    <a:lumOff val="60000"/>
                  </a:schemeClr>
                </a:solidFill>
              </a:rPr>
              <a:t>pad </a:t>
            </a:r>
            <a:endParaRPr lang="en-NL" sz="400" dirty="0">
              <a:solidFill>
                <a:schemeClr val="accent5">
                  <a:lumMod val="40000"/>
                  <a:lumOff val="60000"/>
                </a:schemeClr>
              </a:solidFill>
            </a:endParaRPr>
          </a:p>
        </p:txBody>
      </p:sp>
      <p:sp>
        <p:nvSpPr>
          <p:cNvPr id="70" name="Rectangle: Rounded Corners 69">
            <a:extLst>
              <a:ext uri="{FF2B5EF4-FFF2-40B4-BE49-F238E27FC236}">
                <a16:creationId xmlns:a16="http://schemas.microsoft.com/office/drawing/2014/main" id="{4D1C8ECB-54FE-4618-5945-1A3BA8E94CFA}"/>
              </a:ext>
            </a:extLst>
          </p:cNvPr>
          <p:cNvSpPr/>
          <p:nvPr/>
        </p:nvSpPr>
        <p:spPr>
          <a:xfrm rot="10800000" flipH="1" flipV="1">
            <a:off x="2884715" y="5993996"/>
            <a:ext cx="299194" cy="190740"/>
          </a:xfrm>
          <a:prstGeom prst="roundRect">
            <a:avLst/>
          </a:prstGeom>
          <a:no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400" dirty="0">
                <a:solidFill>
                  <a:schemeClr val="accent5">
                    <a:lumMod val="40000"/>
                    <a:lumOff val="60000"/>
                  </a:schemeClr>
                </a:solidFill>
              </a:rPr>
              <a:t>dynamic</a:t>
            </a:r>
          </a:p>
          <a:p>
            <a:pPr algn="ctr"/>
            <a:r>
              <a:rPr lang="en-US" sz="400" dirty="0">
                <a:solidFill>
                  <a:schemeClr val="accent5">
                    <a:lumMod val="40000"/>
                    <a:lumOff val="60000"/>
                  </a:schemeClr>
                </a:solidFill>
              </a:rPr>
              <a:t>pad </a:t>
            </a:r>
            <a:endParaRPr lang="en-NL" sz="400" dirty="0">
              <a:solidFill>
                <a:schemeClr val="accent5">
                  <a:lumMod val="40000"/>
                  <a:lumOff val="60000"/>
                </a:schemeClr>
              </a:solidFill>
            </a:endParaRPr>
          </a:p>
        </p:txBody>
      </p:sp>
      <p:sp>
        <p:nvSpPr>
          <p:cNvPr id="71" name="Rectangle 70">
            <a:extLst>
              <a:ext uri="{FF2B5EF4-FFF2-40B4-BE49-F238E27FC236}">
                <a16:creationId xmlns:a16="http://schemas.microsoft.com/office/drawing/2014/main" id="{08370F8B-7536-DE49-B0AC-AB79AC899987}"/>
              </a:ext>
            </a:extLst>
          </p:cNvPr>
          <p:cNvSpPr/>
          <p:nvPr/>
        </p:nvSpPr>
        <p:spPr>
          <a:xfrm>
            <a:off x="1973013" y="5806617"/>
            <a:ext cx="911702" cy="518024"/>
          </a:xfrm>
          <a:prstGeom prst="rect">
            <a:avLst/>
          </a:prstGeom>
          <a:noFill/>
          <a:ln w="952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Animations</a:t>
            </a:r>
            <a:endParaRPr lang="en-NL" sz="1400" dirty="0">
              <a:solidFill>
                <a:schemeClr val="tx1"/>
              </a:solidFill>
            </a:endParaRPr>
          </a:p>
        </p:txBody>
      </p:sp>
      <p:sp>
        <p:nvSpPr>
          <p:cNvPr id="72" name="Rectangle: Rounded Corners 71">
            <a:extLst>
              <a:ext uri="{FF2B5EF4-FFF2-40B4-BE49-F238E27FC236}">
                <a16:creationId xmlns:a16="http://schemas.microsoft.com/office/drawing/2014/main" id="{A5819485-C5E6-2CF9-59A8-61A831F64084}"/>
              </a:ext>
            </a:extLst>
          </p:cNvPr>
          <p:cNvSpPr/>
          <p:nvPr/>
        </p:nvSpPr>
        <p:spPr>
          <a:xfrm>
            <a:off x="2291339" y="5579191"/>
            <a:ext cx="238609" cy="227426"/>
          </a:xfrm>
          <a:prstGeom prst="roundRect">
            <a:avLst/>
          </a:prstGeom>
          <a:no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400" dirty="0">
                <a:solidFill>
                  <a:schemeClr val="accent5">
                    <a:lumMod val="40000"/>
                    <a:lumOff val="60000"/>
                  </a:schemeClr>
                </a:solidFill>
              </a:rPr>
              <a:t>pad</a:t>
            </a:r>
            <a:endParaRPr lang="en-NL" sz="400" dirty="0">
              <a:solidFill>
                <a:schemeClr val="accent5">
                  <a:lumMod val="40000"/>
                  <a:lumOff val="60000"/>
                </a:schemeClr>
              </a:solidFill>
            </a:endParaRPr>
          </a:p>
        </p:txBody>
      </p:sp>
      <p:sp>
        <p:nvSpPr>
          <p:cNvPr id="73" name="Rectangle: Rounded Corners 72">
            <a:extLst>
              <a:ext uri="{FF2B5EF4-FFF2-40B4-BE49-F238E27FC236}">
                <a16:creationId xmlns:a16="http://schemas.microsoft.com/office/drawing/2014/main" id="{E61188B1-CBDF-9BE7-8486-523A412FB163}"/>
              </a:ext>
            </a:extLst>
          </p:cNvPr>
          <p:cNvSpPr/>
          <p:nvPr/>
        </p:nvSpPr>
        <p:spPr>
          <a:xfrm>
            <a:off x="2291339" y="6331835"/>
            <a:ext cx="238609" cy="238559"/>
          </a:xfrm>
          <a:prstGeom prst="roundRect">
            <a:avLst/>
          </a:prstGeom>
          <a:no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400" dirty="0">
                <a:solidFill>
                  <a:schemeClr val="accent5">
                    <a:lumMod val="40000"/>
                    <a:lumOff val="60000"/>
                  </a:schemeClr>
                </a:solidFill>
              </a:rPr>
              <a:t>pad</a:t>
            </a:r>
            <a:endParaRPr lang="en-NL" sz="400" dirty="0">
              <a:solidFill>
                <a:schemeClr val="accent5">
                  <a:lumMod val="40000"/>
                  <a:lumOff val="60000"/>
                </a:schemeClr>
              </a:solidFill>
            </a:endParaRPr>
          </a:p>
        </p:txBody>
      </p:sp>
      <p:sp>
        <p:nvSpPr>
          <p:cNvPr id="74" name="Rectangle: Top Corners Rounded 73">
            <a:extLst>
              <a:ext uri="{FF2B5EF4-FFF2-40B4-BE49-F238E27FC236}">
                <a16:creationId xmlns:a16="http://schemas.microsoft.com/office/drawing/2014/main" id="{FDD5EDEE-1282-6CCE-84CD-FA4712DC0D17}"/>
              </a:ext>
            </a:extLst>
          </p:cNvPr>
          <p:cNvSpPr/>
          <p:nvPr/>
        </p:nvSpPr>
        <p:spPr>
          <a:xfrm rot="10800000">
            <a:off x="1670120" y="6376469"/>
            <a:ext cx="1513788" cy="46049"/>
          </a:xfrm>
          <a:prstGeom prst="round2SameRect">
            <a:avLst/>
          </a:prstGeom>
          <a:solidFill>
            <a:schemeClr val="tx2">
              <a:lumMod val="10000"/>
              <a:lumOff val="90000"/>
            </a:schemeClr>
          </a:solidFill>
          <a:ln w="9525">
            <a:prstDash val="sysDash"/>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sz="1400"/>
          </a:p>
        </p:txBody>
      </p:sp>
      <p:sp>
        <p:nvSpPr>
          <p:cNvPr id="75" name="Rectangle 74">
            <a:extLst>
              <a:ext uri="{FF2B5EF4-FFF2-40B4-BE49-F238E27FC236}">
                <a16:creationId xmlns:a16="http://schemas.microsoft.com/office/drawing/2014/main" id="{08D1582B-46EC-434E-754F-77EF318F3A30}"/>
              </a:ext>
            </a:extLst>
          </p:cNvPr>
          <p:cNvSpPr/>
          <p:nvPr/>
        </p:nvSpPr>
        <p:spPr>
          <a:xfrm>
            <a:off x="3245426" y="5581812"/>
            <a:ext cx="1039619" cy="995967"/>
          </a:xfrm>
          <a:prstGeom prst="rect">
            <a:avLst/>
          </a:prstGeom>
          <a:noFill/>
          <a:ln w="952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400" dirty="0">
              <a:solidFill>
                <a:schemeClr val="tx1"/>
              </a:solidFill>
            </a:endParaRPr>
          </a:p>
        </p:txBody>
      </p:sp>
      <p:sp>
        <p:nvSpPr>
          <p:cNvPr id="76" name="Rectangle: Rounded Corners 75">
            <a:extLst>
              <a:ext uri="{FF2B5EF4-FFF2-40B4-BE49-F238E27FC236}">
                <a16:creationId xmlns:a16="http://schemas.microsoft.com/office/drawing/2014/main" id="{283C0D83-E58D-6CAE-3BF0-719AF13EAA48}"/>
              </a:ext>
            </a:extLst>
          </p:cNvPr>
          <p:cNvSpPr/>
          <p:nvPr/>
        </p:nvSpPr>
        <p:spPr>
          <a:xfrm rot="10800000" flipH="1" flipV="1">
            <a:off x="3247924" y="6000972"/>
            <a:ext cx="299194" cy="190740"/>
          </a:xfrm>
          <a:prstGeom prst="roundRect">
            <a:avLst/>
          </a:prstGeom>
          <a:no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400" dirty="0">
                <a:solidFill>
                  <a:schemeClr val="accent5">
                    <a:lumMod val="40000"/>
                    <a:lumOff val="60000"/>
                  </a:schemeClr>
                </a:solidFill>
              </a:rPr>
              <a:t>dynamic</a:t>
            </a:r>
          </a:p>
          <a:p>
            <a:pPr algn="ctr"/>
            <a:r>
              <a:rPr lang="en-US" sz="400" dirty="0">
                <a:solidFill>
                  <a:schemeClr val="accent5">
                    <a:lumMod val="40000"/>
                    <a:lumOff val="60000"/>
                  </a:schemeClr>
                </a:solidFill>
              </a:rPr>
              <a:t>pad </a:t>
            </a:r>
            <a:endParaRPr lang="en-NL" sz="400" dirty="0">
              <a:solidFill>
                <a:schemeClr val="accent5">
                  <a:lumMod val="40000"/>
                  <a:lumOff val="60000"/>
                </a:schemeClr>
              </a:solidFill>
            </a:endParaRPr>
          </a:p>
        </p:txBody>
      </p:sp>
      <p:sp>
        <p:nvSpPr>
          <p:cNvPr id="77" name="Rectangle: Rounded Corners 76">
            <a:extLst>
              <a:ext uri="{FF2B5EF4-FFF2-40B4-BE49-F238E27FC236}">
                <a16:creationId xmlns:a16="http://schemas.microsoft.com/office/drawing/2014/main" id="{9A790296-6D77-F128-7E34-CCEFCC3A2FB7}"/>
              </a:ext>
            </a:extLst>
          </p:cNvPr>
          <p:cNvSpPr/>
          <p:nvPr/>
        </p:nvSpPr>
        <p:spPr>
          <a:xfrm rot="10800000" flipH="1" flipV="1">
            <a:off x="3985851" y="5999388"/>
            <a:ext cx="299194" cy="190740"/>
          </a:xfrm>
          <a:prstGeom prst="roundRect">
            <a:avLst/>
          </a:prstGeom>
          <a:no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400" dirty="0">
                <a:solidFill>
                  <a:schemeClr val="accent5">
                    <a:lumMod val="40000"/>
                    <a:lumOff val="60000"/>
                  </a:schemeClr>
                </a:solidFill>
              </a:rPr>
              <a:t>dynamic</a:t>
            </a:r>
          </a:p>
          <a:p>
            <a:pPr algn="ctr"/>
            <a:r>
              <a:rPr lang="en-US" sz="400" dirty="0">
                <a:solidFill>
                  <a:schemeClr val="accent5">
                    <a:lumMod val="40000"/>
                    <a:lumOff val="60000"/>
                  </a:schemeClr>
                </a:solidFill>
              </a:rPr>
              <a:t>pad </a:t>
            </a:r>
            <a:endParaRPr lang="en-NL" sz="400" dirty="0">
              <a:solidFill>
                <a:schemeClr val="accent5">
                  <a:lumMod val="40000"/>
                  <a:lumOff val="60000"/>
                </a:schemeClr>
              </a:solidFill>
            </a:endParaRPr>
          </a:p>
        </p:txBody>
      </p:sp>
      <p:sp>
        <p:nvSpPr>
          <p:cNvPr id="78" name="Rectangle 77">
            <a:extLst>
              <a:ext uri="{FF2B5EF4-FFF2-40B4-BE49-F238E27FC236}">
                <a16:creationId xmlns:a16="http://schemas.microsoft.com/office/drawing/2014/main" id="{62442963-4E2A-F6EC-FFC4-747C0A178C7D}"/>
              </a:ext>
            </a:extLst>
          </p:cNvPr>
          <p:cNvSpPr/>
          <p:nvPr/>
        </p:nvSpPr>
        <p:spPr>
          <a:xfrm>
            <a:off x="3550770" y="5809238"/>
            <a:ext cx="428419" cy="513947"/>
          </a:xfrm>
          <a:prstGeom prst="rect">
            <a:avLst/>
          </a:prstGeom>
          <a:noFill/>
          <a:ln w="952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Draw</a:t>
            </a:r>
            <a:endParaRPr lang="en-NL" sz="1400" dirty="0">
              <a:solidFill>
                <a:schemeClr val="tx1"/>
              </a:solidFill>
            </a:endParaRPr>
          </a:p>
        </p:txBody>
      </p:sp>
      <p:sp>
        <p:nvSpPr>
          <p:cNvPr id="79" name="Rectangle: Rounded Corners 78">
            <a:extLst>
              <a:ext uri="{FF2B5EF4-FFF2-40B4-BE49-F238E27FC236}">
                <a16:creationId xmlns:a16="http://schemas.microsoft.com/office/drawing/2014/main" id="{223168A7-D5A8-EA89-0947-BC8F9D3271DC}"/>
              </a:ext>
            </a:extLst>
          </p:cNvPr>
          <p:cNvSpPr/>
          <p:nvPr/>
        </p:nvSpPr>
        <p:spPr>
          <a:xfrm>
            <a:off x="3681390" y="5582400"/>
            <a:ext cx="238609" cy="226010"/>
          </a:xfrm>
          <a:prstGeom prst="roundRect">
            <a:avLst/>
          </a:prstGeom>
          <a:no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400" dirty="0">
                <a:solidFill>
                  <a:schemeClr val="accent5">
                    <a:lumMod val="40000"/>
                    <a:lumOff val="60000"/>
                  </a:schemeClr>
                </a:solidFill>
              </a:rPr>
              <a:t>pad</a:t>
            </a:r>
            <a:endParaRPr lang="en-NL" sz="400" dirty="0">
              <a:solidFill>
                <a:schemeClr val="accent5">
                  <a:lumMod val="40000"/>
                  <a:lumOff val="60000"/>
                </a:schemeClr>
              </a:solidFill>
            </a:endParaRPr>
          </a:p>
        </p:txBody>
      </p:sp>
      <p:sp>
        <p:nvSpPr>
          <p:cNvPr id="80" name="Rectangle: Rounded Corners 79">
            <a:extLst>
              <a:ext uri="{FF2B5EF4-FFF2-40B4-BE49-F238E27FC236}">
                <a16:creationId xmlns:a16="http://schemas.microsoft.com/office/drawing/2014/main" id="{C329290F-8713-869A-3CC8-332B3DF1E0BB}"/>
              </a:ext>
            </a:extLst>
          </p:cNvPr>
          <p:cNvSpPr/>
          <p:nvPr/>
        </p:nvSpPr>
        <p:spPr>
          <a:xfrm>
            <a:off x="3681390" y="6331836"/>
            <a:ext cx="238609" cy="234761"/>
          </a:xfrm>
          <a:prstGeom prst="roundRect">
            <a:avLst/>
          </a:prstGeom>
          <a:no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400" dirty="0">
                <a:solidFill>
                  <a:schemeClr val="accent5">
                    <a:lumMod val="40000"/>
                    <a:lumOff val="60000"/>
                  </a:schemeClr>
                </a:solidFill>
              </a:rPr>
              <a:t>pad</a:t>
            </a:r>
            <a:endParaRPr lang="en-NL" sz="400" dirty="0">
              <a:solidFill>
                <a:schemeClr val="accent5">
                  <a:lumMod val="40000"/>
                  <a:lumOff val="60000"/>
                </a:schemeClr>
              </a:solidFill>
            </a:endParaRPr>
          </a:p>
        </p:txBody>
      </p:sp>
      <p:sp>
        <p:nvSpPr>
          <p:cNvPr id="81" name="Rectangle 80">
            <a:extLst>
              <a:ext uri="{FF2B5EF4-FFF2-40B4-BE49-F238E27FC236}">
                <a16:creationId xmlns:a16="http://schemas.microsoft.com/office/drawing/2014/main" id="{49D2D67F-7ACC-A25F-C254-311D2EE128A2}"/>
              </a:ext>
            </a:extLst>
          </p:cNvPr>
          <p:cNvSpPr/>
          <p:nvPr/>
        </p:nvSpPr>
        <p:spPr>
          <a:xfrm>
            <a:off x="3206126" y="5532841"/>
            <a:ext cx="18000" cy="1115207"/>
          </a:xfrm>
          <a:prstGeom prst="rect">
            <a:avLst/>
          </a:prstGeom>
          <a:solidFill>
            <a:srgbClr val="FFB7B7"/>
          </a:solidFill>
          <a:ln w="9525">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400"/>
          </a:p>
        </p:txBody>
      </p:sp>
      <p:sp>
        <p:nvSpPr>
          <p:cNvPr id="82" name="Rectangle 81">
            <a:extLst>
              <a:ext uri="{FF2B5EF4-FFF2-40B4-BE49-F238E27FC236}">
                <a16:creationId xmlns:a16="http://schemas.microsoft.com/office/drawing/2014/main" id="{7AA9C6AB-1957-DE57-B529-7ECB33DD2F1B}"/>
              </a:ext>
            </a:extLst>
          </p:cNvPr>
          <p:cNvSpPr/>
          <p:nvPr/>
        </p:nvSpPr>
        <p:spPr>
          <a:xfrm>
            <a:off x="1629103" y="5532841"/>
            <a:ext cx="18000" cy="1115207"/>
          </a:xfrm>
          <a:prstGeom prst="rect">
            <a:avLst/>
          </a:prstGeom>
          <a:solidFill>
            <a:srgbClr val="FFB7B7"/>
          </a:solidFill>
          <a:ln w="9525">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400"/>
          </a:p>
        </p:txBody>
      </p:sp>
      <p:sp>
        <p:nvSpPr>
          <p:cNvPr id="84" name="Rectangle 83">
            <a:extLst>
              <a:ext uri="{FF2B5EF4-FFF2-40B4-BE49-F238E27FC236}">
                <a16:creationId xmlns:a16="http://schemas.microsoft.com/office/drawing/2014/main" id="{36E0D9E3-B137-081E-49C6-9222E19601CB}"/>
              </a:ext>
            </a:extLst>
          </p:cNvPr>
          <p:cNvSpPr/>
          <p:nvPr/>
        </p:nvSpPr>
        <p:spPr>
          <a:xfrm>
            <a:off x="4342830" y="5583268"/>
            <a:ext cx="1039619" cy="995967"/>
          </a:xfrm>
          <a:prstGeom prst="rect">
            <a:avLst/>
          </a:prstGeom>
          <a:noFill/>
          <a:ln w="952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400" dirty="0">
              <a:solidFill>
                <a:schemeClr val="tx1"/>
              </a:solidFill>
            </a:endParaRPr>
          </a:p>
        </p:txBody>
      </p:sp>
      <p:sp>
        <p:nvSpPr>
          <p:cNvPr id="85" name="Rectangle: Rounded Corners 84">
            <a:extLst>
              <a:ext uri="{FF2B5EF4-FFF2-40B4-BE49-F238E27FC236}">
                <a16:creationId xmlns:a16="http://schemas.microsoft.com/office/drawing/2014/main" id="{480DA5B2-5B6A-5A70-F3DC-C5ACCCB9C2DE}"/>
              </a:ext>
            </a:extLst>
          </p:cNvPr>
          <p:cNvSpPr/>
          <p:nvPr/>
        </p:nvSpPr>
        <p:spPr>
          <a:xfrm rot="10800000" flipH="1" flipV="1">
            <a:off x="4350316" y="6002428"/>
            <a:ext cx="299194" cy="190740"/>
          </a:xfrm>
          <a:prstGeom prst="roundRect">
            <a:avLst/>
          </a:prstGeom>
          <a:no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400" dirty="0">
                <a:solidFill>
                  <a:schemeClr val="accent5">
                    <a:lumMod val="40000"/>
                    <a:lumOff val="60000"/>
                  </a:schemeClr>
                </a:solidFill>
              </a:rPr>
              <a:t>dynamic</a:t>
            </a:r>
          </a:p>
          <a:p>
            <a:pPr algn="ctr"/>
            <a:r>
              <a:rPr lang="en-US" sz="400" dirty="0">
                <a:solidFill>
                  <a:schemeClr val="accent5">
                    <a:lumMod val="40000"/>
                    <a:lumOff val="60000"/>
                  </a:schemeClr>
                </a:solidFill>
              </a:rPr>
              <a:t>pad </a:t>
            </a:r>
            <a:endParaRPr lang="en-NL" sz="400" dirty="0">
              <a:solidFill>
                <a:schemeClr val="accent5">
                  <a:lumMod val="40000"/>
                  <a:lumOff val="60000"/>
                </a:schemeClr>
              </a:solidFill>
            </a:endParaRPr>
          </a:p>
        </p:txBody>
      </p:sp>
      <p:sp>
        <p:nvSpPr>
          <p:cNvPr id="86" name="Rectangle: Rounded Corners 85">
            <a:extLst>
              <a:ext uri="{FF2B5EF4-FFF2-40B4-BE49-F238E27FC236}">
                <a16:creationId xmlns:a16="http://schemas.microsoft.com/office/drawing/2014/main" id="{4EF64800-B81D-267B-EC1C-A9E9A5561FCA}"/>
              </a:ext>
            </a:extLst>
          </p:cNvPr>
          <p:cNvSpPr/>
          <p:nvPr/>
        </p:nvSpPr>
        <p:spPr>
          <a:xfrm rot="10800000" flipH="1" flipV="1">
            <a:off x="5084268" y="6000844"/>
            <a:ext cx="299194" cy="190740"/>
          </a:xfrm>
          <a:prstGeom prst="roundRect">
            <a:avLst/>
          </a:prstGeom>
          <a:no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400" dirty="0">
                <a:solidFill>
                  <a:schemeClr val="accent5">
                    <a:lumMod val="40000"/>
                    <a:lumOff val="60000"/>
                  </a:schemeClr>
                </a:solidFill>
              </a:rPr>
              <a:t>dynamic</a:t>
            </a:r>
          </a:p>
          <a:p>
            <a:pPr algn="ctr"/>
            <a:r>
              <a:rPr lang="en-US" sz="400" dirty="0">
                <a:solidFill>
                  <a:schemeClr val="accent5">
                    <a:lumMod val="40000"/>
                    <a:lumOff val="60000"/>
                  </a:schemeClr>
                </a:solidFill>
              </a:rPr>
              <a:t>pad </a:t>
            </a:r>
            <a:endParaRPr lang="en-NL" sz="400" dirty="0">
              <a:solidFill>
                <a:schemeClr val="accent5">
                  <a:lumMod val="40000"/>
                  <a:lumOff val="60000"/>
                </a:schemeClr>
              </a:solidFill>
            </a:endParaRPr>
          </a:p>
        </p:txBody>
      </p:sp>
      <p:sp>
        <p:nvSpPr>
          <p:cNvPr id="87" name="Rectangle 86">
            <a:extLst>
              <a:ext uri="{FF2B5EF4-FFF2-40B4-BE49-F238E27FC236}">
                <a16:creationId xmlns:a16="http://schemas.microsoft.com/office/drawing/2014/main" id="{5EA37E6B-FE43-B919-64A3-0D966942F9D0}"/>
              </a:ext>
            </a:extLst>
          </p:cNvPr>
          <p:cNvSpPr/>
          <p:nvPr/>
        </p:nvSpPr>
        <p:spPr>
          <a:xfrm>
            <a:off x="4653162" y="5810694"/>
            <a:ext cx="428419" cy="512491"/>
          </a:xfrm>
          <a:prstGeom prst="rect">
            <a:avLst/>
          </a:prstGeom>
          <a:noFill/>
          <a:ln w="952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Help</a:t>
            </a:r>
            <a:endParaRPr lang="en-NL" sz="1400" dirty="0">
              <a:solidFill>
                <a:schemeClr val="tx1"/>
              </a:solidFill>
            </a:endParaRPr>
          </a:p>
        </p:txBody>
      </p:sp>
      <p:sp>
        <p:nvSpPr>
          <p:cNvPr id="88" name="Rectangle: Rounded Corners 87">
            <a:extLst>
              <a:ext uri="{FF2B5EF4-FFF2-40B4-BE49-F238E27FC236}">
                <a16:creationId xmlns:a16="http://schemas.microsoft.com/office/drawing/2014/main" id="{8AD5571D-A510-165F-FE44-06123E7C41CE}"/>
              </a:ext>
            </a:extLst>
          </p:cNvPr>
          <p:cNvSpPr/>
          <p:nvPr/>
        </p:nvSpPr>
        <p:spPr>
          <a:xfrm>
            <a:off x="4757594" y="5582440"/>
            <a:ext cx="238609" cy="227426"/>
          </a:xfrm>
          <a:prstGeom prst="roundRect">
            <a:avLst/>
          </a:prstGeom>
          <a:no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400" dirty="0">
                <a:solidFill>
                  <a:schemeClr val="accent5">
                    <a:lumMod val="40000"/>
                    <a:lumOff val="60000"/>
                  </a:schemeClr>
                </a:solidFill>
              </a:rPr>
              <a:t>pad</a:t>
            </a:r>
            <a:endParaRPr lang="en-NL" sz="400" dirty="0">
              <a:solidFill>
                <a:schemeClr val="accent5">
                  <a:lumMod val="40000"/>
                  <a:lumOff val="60000"/>
                </a:schemeClr>
              </a:solidFill>
            </a:endParaRPr>
          </a:p>
        </p:txBody>
      </p:sp>
      <p:sp>
        <p:nvSpPr>
          <p:cNvPr id="89" name="Rectangle: Rounded Corners 88">
            <a:extLst>
              <a:ext uri="{FF2B5EF4-FFF2-40B4-BE49-F238E27FC236}">
                <a16:creationId xmlns:a16="http://schemas.microsoft.com/office/drawing/2014/main" id="{A3F80102-D27F-5E98-AB8E-91C439F931CD}"/>
              </a:ext>
            </a:extLst>
          </p:cNvPr>
          <p:cNvSpPr/>
          <p:nvPr/>
        </p:nvSpPr>
        <p:spPr>
          <a:xfrm>
            <a:off x="4757594" y="6333292"/>
            <a:ext cx="238609" cy="234761"/>
          </a:xfrm>
          <a:prstGeom prst="roundRect">
            <a:avLst/>
          </a:prstGeom>
          <a:no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400" dirty="0">
                <a:solidFill>
                  <a:schemeClr val="accent5">
                    <a:lumMod val="40000"/>
                    <a:lumOff val="60000"/>
                  </a:schemeClr>
                </a:solidFill>
              </a:rPr>
              <a:t>pad</a:t>
            </a:r>
            <a:endParaRPr lang="en-NL" sz="400" dirty="0">
              <a:solidFill>
                <a:schemeClr val="accent5">
                  <a:lumMod val="40000"/>
                  <a:lumOff val="60000"/>
                </a:schemeClr>
              </a:solidFill>
            </a:endParaRPr>
          </a:p>
        </p:txBody>
      </p:sp>
      <p:sp>
        <p:nvSpPr>
          <p:cNvPr id="90" name="Rectangle 89">
            <a:extLst>
              <a:ext uri="{FF2B5EF4-FFF2-40B4-BE49-F238E27FC236}">
                <a16:creationId xmlns:a16="http://schemas.microsoft.com/office/drawing/2014/main" id="{77A24E53-03A8-B638-FFAC-B325A08915D2}"/>
              </a:ext>
            </a:extLst>
          </p:cNvPr>
          <p:cNvSpPr/>
          <p:nvPr/>
        </p:nvSpPr>
        <p:spPr>
          <a:xfrm>
            <a:off x="4306286" y="5536117"/>
            <a:ext cx="18000" cy="1115207"/>
          </a:xfrm>
          <a:prstGeom prst="rect">
            <a:avLst/>
          </a:prstGeom>
          <a:solidFill>
            <a:srgbClr val="FFB7B7"/>
          </a:solidFill>
          <a:ln w="9525">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400"/>
          </a:p>
        </p:txBody>
      </p:sp>
      <p:sp>
        <p:nvSpPr>
          <p:cNvPr id="91" name="Rectangle 90">
            <a:extLst>
              <a:ext uri="{FF2B5EF4-FFF2-40B4-BE49-F238E27FC236}">
                <a16:creationId xmlns:a16="http://schemas.microsoft.com/office/drawing/2014/main" id="{063FFFD7-22A3-52E9-0D2F-38D2C1D824C9}"/>
              </a:ext>
            </a:extLst>
          </p:cNvPr>
          <p:cNvSpPr/>
          <p:nvPr/>
        </p:nvSpPr>
        <p:spPr>
          <a:xfrm>
            <a:off x="58923" y="6717648"/>
            <a:ext cx="9482993" cy="68465"/>
          </a:xfrm>
          <a:prstGeom prst="rect">
            <a:avLst/>
          </a:prstGeom>
          <a:solidFill>
            <a:srgbClr val="156082">
              <a:alpha val="50196"/>
            </a:srgb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 i="1" dirty="0"/>
              <a:t>shadow bar</a:t>
            </a:r>
            <a:endParaRPr lang="en-NL" sz="400" i="1" dirty="0"/>
          </a:p>
        </p:txBody>
      </p:sp>
      <p:sp>
        <p:nvSpPr>
          <p:cNvPr id="92" name="Rectangle: Top Corners Rounded 91">
            <a:extLst>
              <a:ext uri="{FF2B5EF4-FFF2-40B4-BE49-F238E27FC236}">
                <a16:creationId xmlns:a16="http://schemas.microsoft.com/office/drawing/2014/main" id="{396FC36D-3F7D-3663-6070-2AE492EAE9E6}"/>
              </a:ext>
            </a:extLst>
          </p:cNvPr>
          <p:cNvSpPr/>
          <p:nvPr/>
        </p:nvSpPr>
        <p:spPr>
          <a:xfrm rot="10800000">
            <a:off x="951492" y="6369535"/>
            <a:ext cx="378169" cy="52231"/>
          </a:xfrm>
          <a:prstGeom prst="round2SameRect">
            <a:avLst/>
          </a:prstGeom>
          <a:ln w="9525"/>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sz="1400"/>
          </a:p>
        </p:txBody>
      </p:sp>
      <p:sp>
        <p:nvSpPr>
          <p:cNvPr id="95" name="Rectangle 94">
            <a:extLst>
              <a:ext uri="{FF2B5EF4-FFF2-40B4-BE49-F238E27FC236}">
                <a16:creationId xmlns:a16="http://schemas.microsoft.com/office/drawing/2014/main" id="{DE5BF505-D10E-699C-B688-F327C7854F0C}"/>
              </a:ext>
            </a:extLst>
          </p:cNvPr>
          <p:cNvSpPr/>
          <p:nvPr/>
        </p:nvSpPr>
        <p:spPr>
          <a:xfrm>
            <a:off x="261934" y="5504883"/>
            <a:ext cx="9017287" cy="1181667"/>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400">
              <a:solidFill>
                <a:schemeClr val="tx1"/>
              </a:solidFill>
            </a:endParaRPr>
          </a:p>
        </p:txBody>
      </p:sp>
      <p:sp>
        <p:nvSpPr>
          <p:cNvPr id="96" name="Rectangle 95">
            <a:extLst>
              <a:ext uri="{FF2B5EF4-FFF2-40B4-BE49-F238E27FC236}">
                <a16:creationId xmlns:a16="http://schemas.microsoft.com/office/drawing/2014/main" id="{98C67F6A-91D2-2281-68B5-48D59ACA70D9}"/>
              </a:ext>
            </a:extLst>
          </p:cNvPr>
          <p:cNvSpPr/>
          <p:nvPr/>
        </p:nvSpPr>
        <p:spPr>
          <a:xfrm>
            <a:off x="301075" y="5537916"/>
            <a:ext cx="269441" cy="1115207"/>
          </a:xfrm>
          <a:prstGeom prst="rect">
            <a:avLst/>
          </a:prstGeom>
          <a:ln w="9525"/>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en-US" sz="1100" dirty="0" err="1"/>
              <a:t>ico</a:t>
            </a:r>
            <a:endParaRPr lang="en-NL" sz="1100" dirty="0"/>
          </a:p>
        </p:txBody>
      </p:sp>
      <p:sp>
        <p:nvSpPr>
          <p:cNvPr id="97" name="Rectangle 96">
            <a:extLst>
              <a:ext uri="{FF2B5EF4-FFF2-40B4-BE49-F238E27FC236}">
                <a16:creationId xmlns:a16="http://schemas.microsoft.com/office/drawing/2014/main" id="{DDE9E6C2-BD67-16E2-6ADD-B273C52B218A}"/>
              </a:ext>
            </a:extLst>
          </p:cNvPr>
          <p:cNvSpPr/>
          <p:nvPr/>
        </p:nvSpPr>
        <p:spPr>
          <a:xfrm>
            <a:off x="8601295" y="5536983"/>
            <a:ext cx="188308" cy="1115207"/>
          </a:xfrm>
          <a:prstGeom prst="rect">
            <a:avLst/>
          </a:prstGeom>
          <a:ln w="9525"/>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en-US" sz="1100" dirty="0"/>
              <a:t>_</a:t>
            </a:r>
            <a:endParaRPr lang="en-NL" sz="1100" dirty="0"/>
          </a:p>
        </p:txBody>
      </p:sp>
      <p:sp>
        <p:nvSpPr>
          <p:cNvPr id="98" name="Rectangle 97">
            <a:extLst>
              <a:ext uri="{FF2B5EF4-FFF2-40B4-BE49-F238E27FC236}">
                <a16:creationId xmlns:a16="http://schemas.microsoft.com/office/drawing/2014/main" id="{E45B4312-06D0-840F-C61D-2781602FF9F4}"/>
              </a:ext>
            </a:extLst>
          </p:cNvPr>
          <p:cNvSpPr/>
          <p:nvPr/>
        </p:nvSpPr>
        <p:spPr>
          <a:xfrm>
            <a:off x="8829312" y="5537916"/>
            <a:ext cx="188308" cy="1115207"/>
          </a:xfrm>
          <a:prstGeom prst="rect">
            <a:avLst/>
          </a:prstGeom>
          <a:ln w="9525"/>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en-US" sz="1100" dirty="0"/>
              <a:t>=</a:t>
            </a:r>
            <a:endParaRPr lang="en-NL" sz="1100" dirty="0"/>
          </a:p>
        </p:txBody>
      </p:sp>
      <p:sp>
        <p:nvSpPr>
          <p:cNvPr id="99" name="Rectangle 98">
            <a:extLst>
              <a:ext uri="{FF2B5EF4-FFF2-40B4-BE49-F238E27FC236}">
                <a16:creationId xmlns:a16="http://schemas.microsoft.com/office/drawing/2014/main" id="{A9612321-9F01-C298-240F-6339D7AFFA54}"/>
              </a:ext>
            </a:extLst>
          </p:cNvPr>
          <p:cNvSpPr/>
          <p:nvPr/>
        </p:nvSpPr>
        <p:spPr>
          <a:xfrm>
            <a:off x="9055222" y="5542851"/>
            <a:ext cx="188308" cy="1115207"/>
          </a:xfrm>
          <a:prstGeom prst="rect">
            <a:avLst/>
          </a:prstGeom>
          <a:ln w="9525"/>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en-US" sz="1100" dirty="0"/>
              <a:t>X</a:t>
            </a:r>
            <a:endParaRPr lang="en-NL" sz="1100" dirty="0"/>
          </a:p>
        </p:txBody>
      </p:sp>
      <p:sp>
        <p:nvSpPr>
          <p:cNvPr id="100" name="TextBox 99">
            <a:extLst>
              <a:ext uri="{FF2B5EF4-FFF2-40B4-BE49-F238E27FC236}">
                <a16:creationId xmlns:a16="http://schemas.microsoft.com/office/drawing/2014/main" id="{5808A7F2-FD48-D97B-E4F7-4050CBF5E715}"/>
              </a:ext>
            </a:extLst>
          </p:cNvPr>
          <p:cNvSpPr txBox="1"/>
          <p:nvPr/>
        </p:nvSpPr>
        <p:spPr>
          <a:xfrm>
            <a:off x="3493088" y="4893473"/>
            <a:ext cx="2013308" cy="307777"/>
          </a:xfrm>
          <a:prstGeom prst="rect">
            <a:avLst/>
          </a:prstGeom>
          <a:noFill/>
        </p:spPr>
        <p:txBody>
          <a:bodyPr wrap="none" rtlCol="0">
            <a:spAutoFit/>
          </a:bodyPr>
          <a:lstStyle/>
          <a:p>
            <a:r>
              <a:rPr lang="en-US" sz="1400" dirty="0"/>
              <a:t>With Right-Aligned Items</a:t>
            </a:r>
            <a:endParaRPr lang="en-NL" sz="1400" dirty="0"/>
          </a:p>
        </p:txBody>
      </p:sp>
      <p:sp>
        <p:nvSpPr>
          <p:cNvPr id="101" name="Rectangle: Top Corners Rounded 100">
            <a:extLst>
              <a:ext uri="{FF2B5EF4-FFF2-40B4-BE49-F238E27FC236}">
                <a16:creationId xmlns:a16="http://schemas.microsoft.com/office/drawing/2014/main" id="{39F19907-98D6-56DE-5601-19B614E18CAA}"/>
              </a:ext>
            </a:extLst>
          </p:cNvPr>
          <p:cNvSpPr/>
          <p:nvPr/>
        </p:nvSpPr>
        <p:spPr>
          <a:xfrm rot="10800000">
            <a:off x="3490909" y="6367080"/>
            <a:ext cx="528927" cy="66535"/>
          </a:xfrm>
          <a:prstGeom prst="round2SameRect">
            <a:avLst/>
          </a:prstGeom>
          <a:ln w="9525"/>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sz="1400"/>
          </a:p>
        </p:txBody>
      </p:sp>
      <p:sp>
        <p:nvSpPr>
          <p:cNvPr id="102" name="Rectangle: Top Corners Rounded 101">
            <a:extLst>
              <a:ext uri="{FF2B5EF4-FFF2-40B4-BE49-F238E27FC236}">
                <a16:creationId xmlns:a16="http://schemas.microsoft.com/office/drawing/2014/main" id="{82201415-D325-2917-2961-7E4124AE0167}"/>
              </a:ext>
            </a:extLst>
          </p:cNvPr>
          <p:cNvSpPr/>
          <p:nvPr/>
        </p:nvSpPr>
        <p:spPr>
          <a:xfrm rot="10800000">
            <a:off x="4606169" y="6352934"/>
            <a:ext cx="528927" cy="66535"/>
          </a:xfrm>
          <a:prstGeom prst="round2SameRect">
            <a:avLst/>
          </a:prstGeom>
          <a:ln w="9525"/>
        </p:spPr>
        <p:style>
          <a:lnRef idx="1">
            <a:schemeClr val="accent4"/>
          </a:lnRef>
          <a:fillRef idx="2">
            <a:schemeClr val="accent4"/>
          </a:fillRef>
          <a:effectRef idx="1">
            <a:schemeClr val="accent4"/>
          </a:effectRef>
          <a:fontRef idx="minor">
            <a:schemeClr val="dk1"/>
          </a:fontRef>
        </p:style>
        <p:txBody>
          <a:bodyPr rtlCol="0" anchor="ctr"/>
          <a:lstStyle/>
          <a:p>
            <a:pPr algn="ctr"/>
            <a:endParaRPr lang="en-NL" sz="1400"/>
          </a:p>
        </p:txBody>
      </p:sp>
      <p:sp>
        <p:nvSpPr>
          <p:cNvPr id="104" name="Rectangle 103">
            <a:extLst>
              <a:ext uri="{FF2B5EF4-FFF2-40B4-BE49-F238E27FC236}">
                <a16:creationId xmlns:a16="http://schemas.microsoft.com/office/drawing/2014/main" id="{EE38D440-6A18-7CE2-7FDC-5A09A3589BD9}"/>
              </a:ext>
            </a:extLst>
          </p:cNvPr>
          <p:cNvSpPr/>
          <p:nvPr/>
        </p:nvSpPr>
        <p:spPr>
          <a:xfrm>
            <a:off x="7972097" y="5581812"/>
            <a:ext cx="357571" cy="995967"/>
          </a:xfrm>
          <a:prstGeom prst="rect">
            <a:avLst/>
          </a:prstGeom>
          <a:noFill/>
          <a:ln w="952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400" dirty="0">
              <a:solidFill>
                <a:schemeClr val="tx1"/>
              </a:solidFill>
            </a:endParaRPr>
          </a:p>
        </p:txBody>
      </p:sp>
      <p:sp>
        <p:nvSpPr>
          <p:cNvPr id="106" name="Rectangle: Rounded Corners 105">
            <a:extLst>
              <a:ext uri="{FF2B5EF4-FFF2-40B4-BE49-F238E27FC236}">
                <a16:creationId xmlns:a16="http://schemas.microsoft.com/office/drawing/2014/main" id="{F2680757-C798-70A0-94B4-5D0F414BCF48}"/>
              </a:ext>
            </a:extLst>
          </p:cNvPr>
          <p:cNvSpPr/>
          <p:nvPr/>
        </p:nvSpPr>
        <p:spPr>
          <a:xfrm rot="10800000" flipH="1" flipV="1">
            <a:off x="7753350" y="5998351"/>
            <a:ext cx="218747" cy="190740"/>
          </a:xfrm>
          <a:prstGeom prst="roundRect">
            <a:avLst/>
          </a:prstGeom>
          <a:no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400" dirty="0">
                <a:solidFill>
                  <a:schemeClr val="accent5">
                    <a:lumMod val="40000"/>
                    <a:lumOff val="60000"/>
                  </a:schemeClr>
                </a:solidFill>
              </a:rPr>
              <a:t>space </a:t>
            </a:r>
            <a:endParaRPr lang="en-NL" sz="400" dirty="0">
              <a:solidFill>
                <a:schemeClr val="accent5">
                  <a:lumMod val="40000"/>
                  <a:lumOff val="60000"/>
                </a:schemeClr>
              </a:solidFill>
            </a:endParaRPr>
          </a:p>
        </p:txBody>
      </p:sp>
      <p:sp>
        <p:nvSpPr>
          <p:cNvPr id="107" name="Rectangle: Rounded Corners 106">
            <a:extLst>
              <a:ext uri="{FF2B5EF4-FFF2-40B4-BE49-F238E27FC236}">
                <a16:creationId xmlns:a16="http://schemas.microsoft.com/office/drawing/2014/main" id="{E06CE32A-4294-7ADD-08EA-DB055920D9C4}"/>
              </a:ext>
            </a:extLst>
          </p:cNvPr>
          <p:cNvSpPr/>
          <p:nvPr/>
        </p:nvSpPr>
        <p:spPr>
          <a:xfrm rot="10800000" flipH="1" flipV="1">
            <a:off x="8399100" y="5532840"/>
            <a:ext cx="169042" cy="1115207"/>
          </a:xfrm>
          <a:prstGeom prst="roundRect">
            <a:avLst/>
          </a:prstGeom>
          <a:no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400" dirty="0">
                <a:solidFill>
                  <a:schemeClr val="accent5">
                    <a:lumMod val="40000"/>
                    <a:lumOff val="60000"/>
                  </a:schemeClr>
                </a:solidFill>
              </a:rPr>
              <a:t>pad </a:t>
            </a:r>
            <a:endParaRPr lang="en-NL" sz="400" dirty="0">
              <a:solidFill>
                <a:schemeClr val="accent5">
                  <a:lumMod val="40000"/>
                  <a:lumOff val="60000"/>
                </a:schemeClr>
              </a:solidFill>
            </a:endParaRPr>
          </a:p>
        </p:txBody>
      </p:sp>
      <p:sp>
        <p:nvSpPr>
          <p:cNvPr id="119" name="Rectangle 118">
            <a:extLst>
              <a:ext uri="{FF2B5EF4-FFF2-40B4-BE49-F238E27FC236}">
                <a16:creationId xmlns:a16="http://schemas.microsoft.com/office/drawing/2014/main" id="{6FF15009-D630-A466-155B-3DB6967E0551}"/>
              </a:ext>
            </a:extLst>
          </p:cNvPr>
          <p:cNvSpPr/>
          <p:nvPr/>
        </p:nvSpPr>
        <p:spPr>
          <a:xfrm>
            <a:off x="7241396" y="5577637"/>
            <a:ext cx="505373" cy="997521"/>
          </a:xfrm>
          <a:prstGeom prst="rect">
            <a:avLst/>
          </a:prstGeom>
          <a:noFill/>
          <a:ln w="952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NL" sz="1400" dirty="0">
              <a:solidFill>
                <a:schemeClr val="tx1"/>
              </a:solidFill>
            </a:endParaRPr>
          </a:p>
        </p:txBody>
      </p:sp>
      <p:sp>
        <p:nvSpPr>
          <p:cNvPr id="125" name="Rectangle 124">
            <a:extLst>
              <a:ext uri="{FF2B5EF4-FFF2-40B4-BE49-F238E27FC236}">
                <a16:creationId xmlns:a16="http://schemas.microsoft.com/office/drawing/2014/main" id="{4BDF00B5-A6B7-7868-CAD4-95395B96A608}"/>
              </a:ext>
            </a:extLst>
          </p:cNvPr>
          <p:cNvSpPr/>
          <p:nvPr/>
        </p:nvSpPr>
        <p:spPr>
          <a:xfrm>
            <a:off x="5410967" y="5577637"/>
            <a:ext cx="1789933" cy="995967"/>
          </a:xfrm>
          <a:prstGeom prst="rect">
            <a:avLst/>
          </a:prstGeom>
          <a:solidFill>
            <a:srgbClr val="F9E7F7"/>
          </a:solid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 dirty="0">
                <a:solidFill>
                  <a:schemeClr val="accent5">
                    <a:lumMod val="60000"/>
                    <a:lumOff val="40000"/>
                  </a:schemeClr>
                </a:solidFill>
              </a:rPr>
              <a:t>center panel</a:t>
            </a:r>
            <a:endParaRPr lang="en-NL" sz="400" dirty="0">
              <a:solidFill>
                <a:schemeClr val="accent5">
                  <a:lumMod val="60000"/>
                  <a:lumOff val="40000"/>
                </a:schemeClr>
              </a:solidFill>
            </a:endParaRPr>
          </a:p>
        </p:txBody>
      </p:sp>
      <p:sp>
        <p:nvSpPr>
          <p:cNvPr id="130" name="Star: 8 Points 129">
            <a:extLst>
              <a:ext uri="{FF2B5EF4-FFF2-40B4-BE49-F238E27FC236}">
                <a16:creationId xmlns:a16="http://schemas.microsoft.com/office/drawing/2014/main" id="{AB7452D8-312E-6FFA-730B-44A64EB1F47A}"/>
              </a:ext>
            </a:extLst>
          </p:cNvPr>
          <p:cNvSpPr/>
          <p:nvPr/>
        </p:nvSpPr>
        <p:spPr>
          <a:xfrm>
            <a:off x="7318803" y="6023441"/>
            <a:ext cx="109537" cy="116992"/>
          </a:xfrm>
          <a:prstGeom prst="star8">
            <a:avLst/>
          </a:prstGeom>
          <a:noFill/>
          <a:ln w="9525" cap="flat" cmpd="sng" algn="ctr">
            <a:solidFill>
              <a:schemeClr val="bg1">
                <a:lumMod val="6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NL">
              <a:solidFill>
                <a:schemeClr val="dk1"/>
              </a:solidFill>
            </a:endParaRPr>
          </a:p>
        </p:txBody>
      </p:sp>
      <p:sp>
        <p:nvSpPr>
          <p:cNvPr id="131" name="Flowchart: Terminator 130">
            <a:extLst>
              <a:ext uri="{FF2B5EF4-FFF2-40B4-BE49-F238E27FC236}">
                <a16:creationId xmlns:a16="http://schemas.microsoft.com/office/drawing/2014/main" id="{B7CF9A09-5761-028F-0D58-B97DEA373567}"/>
              </a:ext>
            </a:extLst>
          </p:cNvPr>
          <p:cNvSpPr/>
          <p:nvPr/>
        </p:nvSpPr>
        <p:spPr>
          <a:xfrm>
            <a:off x="7458089" y="6041817"/>
            <a:ext cx="228600" cy="77996"/>
          </a:xfrm>
          <a:prstGeom prst="flowChartTerminator">
            <a:avLst/>
          </a:prstGeom>
          <a:noFill/>
          <a:ln w="9525" cap="flat" cmpd="sng" algn="ctr">
            <a:solidFill>
              <a:schemeClr val="bg1">
                <a:lumMod val="6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NL">
              <a:solidFill>
                <a:schemeClr val="dk1"/>
              </a:solidFill>
            </a:endParaRPr>
          </a:p>
        </p:txBody>
      </p:sp>
      <p:sp>
        <p:nvSpPr>
          <p:cNvPr id="133" name="Speech Bubble: Rectangle 132">
            <a:extLst>
              <a:ext uri="{FF2B5EF4-FFF2-40B4-BE49-F238E27FC236}">
                <a16:creationId xmlns:a16="http://schemas.microsoft.com/office/drawing/2014/main" id="{53534ADF-CAC3-2F42-7091-71E1B860FFF6}"/>
              </a:ext>
            </a:extLst>
          </p:cNvPr>
          <p:cNvSpPr/>
          <p:nvPr/>
        </p:nvSpPr>
        <p:spPr>
          <a:xfrm>
            <a:off x="8111751" y="6044988"/>
            <a:ext cx="121316" cy="64371"/>
          </a:xfrm>
          <a:prstGeom prst="wedgeRectCallout">
            <a:avLst/>
          </a:prstGeom>
          <a:noFill/>
          <a:ln w="9525" cap="flat" cmpd="sng" algn="ctr">
            <a:solidFill>
              <a:schemeClr val="bg1">
                <a:lumMod val="6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NL"/>
          </a:p>
        </p:txBody>
      </p:sp>
      <p:sp>
        <p:nvSpPr>
          <p:cNvPr id="135" name="Rectangle 134">
            <a:extLst>
              <a:ext uri="{FF2B5EF4-FFF2-40B4-BE49-F238E27FC236}">
                <a16:creationId xmlns:a16="http://schemas.microsoft.com/office/drawing/2014/main" id="{47919727-120D-020C-3C5A-17819848EDE9}"/>
              </a:ext>
            </a:extLst>
          </p:cNvPr>
          <p:cNvSpPr/>
          <p:nvPr/>
        </p:nvSpPr>
        <p:spPr>
          <a:xfrm>
            <a:off x="7264431" y="5612353"/>
            <a:ext cx="444470" cy="928147"/>
          </a:xfrm>
          <a:prstGeom prst="rect">
            <a:avLst/>
          </a:prstGeom>
          <a:noFill/>
          <a:ln w="952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NL" sz="1400" dirty="0">
              <a:solidFill>
                <a:schemeClr val="tx1"/>
              </a:solidFill>
            </a:endParaRPr>
          </a:p>
        </p:txBody>
      </p:sp>
      <p:sp>
        <p:nvSpPr>
          <p:cNvPr id="136" name="Rectangle 135">
            <a:extLst>
              <a:ext uri="{FF2B5EF4-FFF2-40B4-BE49-F238E27FC236}">
                <a16:creationId xmlns:a16="http://schemas.microsoft.com/office/drawing/2014/main" id="{EABC4588-7F9C-7C7D-7B90-C9E1DF6F64C3}"/>
              </a:ext>
            </a:extLst>
          </p:cNvPr>
          <p:cNvSpPr/>
          <p:nvPr/>
        </p:nvSpPr>
        <p:spPr>
          <a:xfrm>
            <a:off x="8023056" y="5623177"/>
            <a:ext cx="281646" cy="928147"/>
          </a:xfrm>
          <a:prstGeom prst="rect">
            <a:avLst/>
          </a:prstGeom>
          <a:noFill/>
          <a:ln w="952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NL" sz="1400" dirty="0">
              <a:solidFill>
                <a:schemeClr val="tx1"/>
              </a:solidFill>
            </a:endParaRPr>
          </a:p>
        </p:txBody>
      </p:sp>
      <p:sp>
        <p:nvSpPr>
          <p:cNvPr id="137" name="Speech Bubble: Oval 136">
            <a:extLst>
              <a:ext uri="{FF2B5EF4-FFF2-40B4-BE49-F238E27FC236}">
                <a16:creationId xmlns:a16="http://schemas.microsoft.com/office/drawing/2014/main" id="{20AFAE87-A35B-7829-6F67-32674D437F33}"/>
              </a:ext>
            </a:extLst>
          </p:cNvPr>
          <p:cNvSpPr/>
          <p:nvPr/>
        </p:nvSpPr>
        <p:spPr>
          <a:xfrm>
            <a:off x="7258063" y="4641851"/>
            <a:ext cx="1125605" cy="303098"/>
          </a:xfrm>
          <a:prstGeom prst="wedgeEllipseCallout">
            <a:avLst>
              <a:gd name="adj1" fmla="val -27400"/>
              <a:gd name="adj2" fmla="val 256403"/>
            </a:avLst>
          </a:prstGeom>
        </p:spPr>
        <p:style>
          <a:lnRef idx="1">
            <a:schemeClr val="accent6"/>
          </a:lnRef>
          <a:fillRef idx="2">
            <a:schemeClr val="accent6"/>
          </a:fillRef>
          <a:effectRef idx="1">
            <a:schemeClr val="accent6"/>
          </a:effectRef>
          <a:fontRef idx="minor">
            <a:schemeClr val="dk1"/>
          </a:fontRef>
        </p:style>
        <p:txBody>
          <a:bodyPr lIns="0" tIns="0" rIns="0" bIns="0" rtlCol="0" anchor="ctr"/>
          <a:lstStyle/>
          <a:p>
            <a:pPr algn="ctr"/>
            <a:r>
              <a:rPr lang="en-US" sz="600" dirty="0"/>
              <a:t>two state widget: wide and narrow</a:t>
            </a:r>
            <a:endParaRPr lang="en-NL" sz="600" dirty="0"/>
          </a:p>
        </p:txBody>
      </p:sp>
      <p:sp>
        <p:nvSpPr>
          <p:cNvPr id="138" name="Speech Bubble: Oval 137">
            <a:extLst>
              <a:ext uri="{FF2B5EF4-FFF2-40B4-BE49-F238E27FC236}">
                <a16:creationId xmlns:a16="http://schemas.microsoft.com/office/drawing/2014/main" id="{D84382A6-9812-3199-13E1-80D29DA26197}"/>
              </a:ext>
            </a:extLst>
          </p:cNvPr>
          <p:cNvSpPr/>
          <p:nvPr/>
        </p:nvSpPr>
        <p:spPr>
          <a:xfrm>
            <a:off x="6144667" y="4861197"/>
            <a:ext cx="1125605" cy="303098"/>
          </a:xfrm>
          <a:prstGeom prst="wedgeEllipseCallout">
            <a:avLst>
              <a:gd name="adj1" fmla="val -27400"/>
              <a:gd name="adj2" fmla="val 256403"/>
            </a:avLst>
          </a:prstGeom>
        </p:spPr>
        <p:style>
          <a:lnRef idx="1">
            <a:schemeClr val="accent6"/>
          </a:lnRef>
          <a:fillRef idx="2">
            <a:schemeClr val="accent6"/>
          </a:fillRef>
          <a:effectRef idx="1">
            <a:schemeClr val="accent6"/>
          </a:effectRef>
          <a:fontRef idx="minor">
            <a:schemeClr val="dk1"/>
          </a:fontRef>
        </p:style>
        <p:txBody>
          <a:bodyPr lIns="0" tIns="0" rIns="0" bIns="0" rtlCol="0" anchor="ctr"/>
          <a:lstStyle/>
          <a:p>
            <a:pPr algn="ctr"/>
            <a:r>
              <a:rPr lang="en-US" sz="600" dirty="0"/>
              <a:t>open space to add whatever widgets to</a:t>
            </a:r>
            <a:endParaRPr lang="en-NL" sz="600" dirty="0"/>
          </a:p>
        </p:txBody>
      </p:sp>
      <p:sp>
        <p:nvSpPr>
          <p:cNvPr id="139" name="Rectangle 138">
            <a:extLst>
              <a:ext uri="{FF2B5EF4-FFF2-40B4-BE49-F238E27FC236}">
                <a16:creationId xmlns:a16="http://schemas.microsoft.com/office/drawing/2014/main" id="{7CB789F7-8478-6D22-2C19-2F42F1B67F4C}"/>
              </a:ext>
            </a:extLst>
          </p:cNvPr>
          <p:cNvSpPr/>
          <p:nvPr/>
        </p:nvSpPr>
        <p:spPr>
          <a:xfrm>
            <a:off x="840364" y="7104128"/>
            <a:ext cx="4088702" cy="6428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Questions: Right aligned … menu, how does it work with scaling center panel?</a:t>
            </a:r>
            <a:endParaRPr lang="en-NL" dirty="0"/>
          </a:p>
        </p:txBody>
      </p:sp>
      <p:sp>
        <p:nvSpPr>
          <p:cNvPr id="140" name="Rectangle 139">
            <a:extLst>
              <a:ext uri="{FF2B5EF4-FFF2-40B4-BE49-F238E27FC236}">
                <a16:creationId xmlns:a16="http://schemas.microsoft.com/office/drawing/2014/main" id="{EF4411D9-ECC4-B372-F7FD-FB11972530BE}"/>
              </a:ext>
            </a:extLst>
          </p:cNvPr>
          <p:cNvSpPr/>
          <p:nvPr/>
        </p:nvSpPr>
        <p:spPr>
          <a:xfrm>
            <a:off x="5114917" y="7103640"/>
            <a:ext cx="4088702" cy="6428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Questions: Transient office menus with different text color</a:t>
            </a:r>
            <a:endParaRPr lang="en-NL" dirty="0"/>
          </a:p>
        </p:txBody>
      </p:sp>
      <p:sp>
        <p:nvSpPr>
          <p:cNvPr id="2" name="Rectangle 1">
            <a:extLst>
              <a:ext uri="{FF2B5EF4-FFF2-40B4-BE49-F238E27FC236}">
                <a16:creationId xmlns:a16="http://schemas.microsoft.com/office/drawing/2014/main" id="{0DAD1746-6A0F-F213-321E-67E058B3BDAD}"/>
              </a:ext>
            </a:extLst>
          </p:cNvPr>
          <p:cNvSpPr/>
          <p:nvPr/>
        </p:nvSpPr>
        <p:spPr>
          <a:xfrm>
            <a:off x="2412728" y="8239125"/>
            <a:ext cx="3905173" cy="914400"/>
          </a:xfrm>
          <a:prstGeom prst="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dirty="0">
                <a:solidFill>
                  <a:schemeClr val="tx1"/>
                </a:solidFill>
              </a:rPr>
              <a:t>Center bar has desired and minimum size – it shrinks first until minimum size is met, then the right hand items collapse, then the padding on the left collapses, then the ellipsis menu appears, then hamburger, then center bar vanishes, then the right-hand items vanish. </a:t>
            </a:r>
            <a:endParaRPr lang="en-NL" sz="800" dirty="0">
              <a:solidFill>
                <a:schemeClr val="tx1"/>
              </a:solidFill>
            </a:endParaRPr>
          </a:p>
        </p:txBody>
      </p:sp>
      <p:sp>
        <p:nvSpPr>
          <p:cNvPr id="3" name="Speech Bubble: Oval 2">
            <a:extLst>
              <a:ext uri="{FF2B5EF4-FFF2-40B4-BE49-F238E27FC236}">
                <a16:creationId xmlns:a16="http://schemas.microsoft.com/office/drawing/2014/main" id="{680C0E23-7239-0226-1CAF-577AA4D68CA9}"/>
              </a:ext>
            </a:extLst>
          </p:cNvPr>
          <p:cNvSpPr/>
          <p:nvPr/>
        </p:nvSpPr>
        <p:spPr>
          <a:xfrm>
            <a:off x="409576" y="1474579"/>
            <a:ext cx="1157288" cy="341708"/>
          </a:xfrm>
          <a:prstGeom prst="wedgeEllipseCallout">
            <a:avLst>
              <a:gd name="adj1" fmla="val -24317"/>
              <a:gd name="adj2" fmla="val 252006"/>
            </a:avLst>
          </a:prstGeom>
        </p:spPr>
        <p:style>
          <a:lnRef idx="1">
            <a:schemeClr val="accent4"/>
          </a:lnRef>
          <a:fillRef idx="2">
            <a:schemeClr val="accent4"/>
          </a:fillRef>
          <a:effectRef idx="1">
            <a:schemeClr val="accent4"/>
          </a:effectRef>
          <a:fontRef idx="minor">
            <a:schemeClr val="dk1"/>
          </a:fontRef>
        </p:style>
        <p:txBody>
          <a:bodyPr lIns="0" tIns="0" rIns="0" bIns="0" rtlCol="0" anchor="ctr"/>
          <a:lstStyle/>
          <a:p>
            <a:pPr algn="ctr"/>
            <a:r>
              <a:rPr lang="en-US" sz="600" dirty="0"/>
              <a:t>left-click to drag the application, right click to open the system menu</a:t>
            </a:r>
            <a:endParaRPr lang="en-NL" sz="600" dirty="0"/>
          </a:p>
        </p:txBody>
      </p:sp>
      <p:sp>
        <p:nvSpPr>
          <p:cNvPr id="31" name="Speech Bubble: Oval 30">
            <a:extLst>
              <a:ext uri="{FF2B5EF4-FFF2-40B4-BE49-F238E27FC236}">
                <a16:creationId xmlns:a16="http://schemas.microsoft.com/office/drawing/2014/main" id="{9C7AC92D-6DB0-FC25-C23D-D6CF8DBEFC17}"/>
              </a:ext>
            </a:extLst>
          </p:cNvPr>
          <p:cNvSpPr/>
          <p:nvPr/>
        </p:nvSpPr>
        <p:spPr>
          <a:xfrm>
            <a:off x="7790676" y="1490696"/>
            <a:ext cx="1157288" cy="341708"/>
          </a:xfrm>
          <a:prstGeom prst="wedgeEllipseCallout">
            <a:avLst>
              <a:gd name="adj1" fmla="val -24317"/>
              <a:gd name="adj2" fmla="val 252006"/>
            </a:avLst>
          </a:prstGeom>
        </p:spPr>
        <p:style>
          <a:lnRef idx="1">
            <a:schemeClr val="accent4"/>
          </a:lnRef>
          <a:fillRef idx="2">
            <a:schemeClr val="accent4"/>
          </a:fillRef>
          <a:effectRef idx="1">
            <a:schemeClr val="accent4"/>
          </a:effectRef>
          <a:fontRef idx="minor">
            <a:schemeClr val="dk1"/>
          </a:fontRef>
        </p:style>
        <p:txBody>
          <a:bodyPr lIns="0" tIns="0" rIns="0" bIns="0" rtlCol="0" anchor="ctr"/>
          <a:lstStyle/>
          <a:p>
            <a:pPr algn="ctr"/>
            <a:r>
              <a:rPr lang="en-US" sz="600" dirty="0"/>
              <a:t>left-click to drag the application</a:t>
            </a:r>
            <a:endParaRPr lang="en-NL" sz="600" dirty="0"/>
          </a:p>
        </p:txBody>
      </p:sp>
    </p:spTree>
    <p:extLst>
      <p:ext uri="{BB962C8B-B14F-4D97-AF65-F5344CB8AC3E}">
        <p14:creationId xmlns:p14="http://schemas.microsoft.com/office/powerpoint/2010/main" val="268935170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497</TotalTime>
  <Words>484</Words>
  <Application>Microsoft Office PowerPoint</Application>
  <PresentationFormat>A3 Paper (297x420 mm)</PresentationFormat>
  <Paragraphs>201</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3270 Nerd Font</vt: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Duncan Kimpton</dc:creator>
  <cp:lastModifiedBy>Duncan Kimpton</cp:lastModifiedBy>
  <cp:revision>39</cp:revision>
  <dcterms:created xsi:type="dcterms:W3CDTF">2026-03-16T15:27:49Z</dcterms:created>
  <dcterms:modified xsi:type="dcterms:W3CDTF">2026-04-04T12:19:28Z</dcterms:modified>
</cp:coreProperties>
</file>